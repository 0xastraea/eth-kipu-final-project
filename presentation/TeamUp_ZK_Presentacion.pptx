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rimo" charset="1" panose="020B0604020202020204"/>
      <p:regular r:id="rId17"/>
    </p:embeddedFont>
    <p:embeddedFont>
      <p:font typeface="Arimo Bold" charset="1" panose="020B0704020202020204"/>
      <p:regular r:id="rId18"/>
    </p:embeddedFont>
    <p:embeddedFont>
      <p:font typeface="DM Sans" charset="1" panose="00000000000000000000"/>
      <p:regular r:id="rId19"/>
    </p:embeddedFont>
    <p:embeddedFont>
      <p:font typeface="Roboto" charset="1" panose="02000000000000000000"/>
      <p:regular r:id="rId20"/>
    </p:embeddedFont>
    <p:embeddedFont>
      <p:font typeface="DM Sans Bold" charset="1" panose="00000000000000000000"/>
      <p:regular r:id="rId23"/>
    </p:embeddedFont>
    <p:embeddedFont>
      <p:font typeface="Roboto Bold" charset="1" panose="02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fonts/font23.fntdata" Type="http://schemas.openxmlformats.org/officeDocument/2006/relationships/font"/><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TeamUp ZK es un protocolo on-chain para formar equipos de curso. El docente controla quién entra al grupo del curso. Cada estudiante prueba que es miembro con una prueba de conocimiento cero de Semaphore V4 y se postula sin revelar quién es. Las postulaciones se identifican por un nullifier, no por una wallet. Al final, cada integrante aceptado reclama una credencial NFT a cualquier dirección. Los contratos están verificados en Sepolia y el flujo completo se ejecutó on-chain.</a:t>
            </a:r>
          </a:p>
          <a:p>
            <a:r>
              <a:rPr lang="en-US"/>
              <a:t>Fuente: README.md; WHITEPAPER.md (Summary).</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Hoy los equipos del curso suelen armarse en una planilla compartida, y eso falla de tres formas. Primero, no hay verificación de membresía: cualquiera puede escribir cualquier nombre. Segundo, el interés es público: buscar equipo puede tener un costo social. Tercero, no queda un registro verificable: los acuerdos viven en el chat o en celdas, sin historial firmado.</a:t>
            </a:r>
          </a:p>
          <a:p>
            <a:r>
              <a:rPr lang="en-US"/>
              <a:t>Fuente: WHITEPAPER.md §1.</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 servidor central solo puede prometer las reglas; un contrato las hace cumplir, y cualquiera puede revisar el estado y los eventos. Solo postulan miembros del curso, gracias a la prueba ZK contra el grupo. No hay doble postulación, porque se quema un nullifier por identidad y equipo. El contrato nunca ve la identidad. Y el roster final queda fijado con rosterRoot y el NFT después del reveal. El docente sigue siendo dueño del padrón; el chat y el matching de habilidades quedan off-chain.</a:t>
            </a:r>
          </a:p>
          <a:p>
            <a:r>
              <a:rPr lang="en-US"/>
              <a:t>Fuente: WHITEPAPER.md §2.</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arquitectura tiene tres contratos. Semaphore, de PSE, maneja el grupo del curso y la verificación ZK. TeamRegistry, nuestro, gestiona equipos, postulaciones, reveal y claim. TeamCredential es un ERC-721 que solo el registry puede mintear. TeamRegistry no hereda de Semaphore: lo llama a través de ISemaphore. Si heredara, cualquiera podría llamar a addMember y saltear al docente. El registry es el admin del grupo y solo el owner inscribe estudiantes. El frontend, en Next.js 16 y wagmi 3, genera las pruebas ZK en el navegador.</a:t>
            </a:r>
          </a:p>
          <a:p>
            <a:r>
              <a:rPr lang="en-US"/>
              <a:t>Fuente: WHITEPAPER.md §4, §12; README.md (Contracts, Repository).</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flujo tiene seis pasos. Uno: el owner inscribe los identity commitments con addCourseMember. Dos: un miembro crea un equipo con una prueba ZK cuyo scope es el teamId. Tres: otro miembro se postula con requestJoin; la clave es el nullifier y no se guarda msg.sender. Cuatro: el admin del equipo acepta por nullifier. Cinco: cuando el equipo está completo o llega el bloque de reveal, cualquiera llama a reveal, que congela el roster y guarda rosterRoot. Seis: cada integrante reclama su NFT a la dirección comprometida.</a:t>
            </a:r>
          </a:p>
          <a:p>
            <a:r>
              <a:rPr lang="en-US"/>
              <a:t>Fuente: WHITEPAPER.md §5.</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seguridad aplicamos Checks-Effects-Interactions: claimCredential marca claimed antes del mint. Usamos ReentrancyGuardTransient en funciones con llamadas externas, errores custom y eventos en cada cambio de estado, y no usamos tx.origin, delegatecall ni selfdestruct. En gas: immutable y constant, un slot empaquetado, unchecked en contadores seguros y calldata. Corrimos Slither sobre TeamRegistry y TeamCredential, con triage documentado. Hay 62 tests, 46 de contratos y 16 de frontend, y 100% de cobertura de líneas y statements en el Solidity propio.</a:t>
            </a:r>
          </a:p>
          <a:p>
            <a:r>
              <a:rPr lang="en-US"/>
              <a:t>Fuente: WHITEPAPER.md §7, §8, §9; README.md (Build and test).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Todo esto corre en Sepolia. TeamRegistry, TeamCredential y Semaphore están verificados en Etherscan. La evidencia on-chain del Team #0 muestra el flujo completo: inscripción de miembros, creación del equipo, dos postulaciones con prueba ZK, dos aceptaciones por nullifier, el reveal del roster y los dos claims del NFT. Cualquiera puede comprobarlo: en TeamCredential, Read contract, ownerOf del token 1 o 2.</a:t>
            </a:r>
          </a:p>
          <a:p>
            <a:r>
              <a:rPr lang="en-US"/>
              <a:t>Fuente: README.md (Sepolia deployment, On-chain evidence). TeamRegistry: https://sepolia.etherscan.io/address/0x13B68Fb542359569f626D12F51b2d43cA5044BEC · TeamCredential: https://sepolia.etherscan.io/address/0x403FB7c8DE68E411A5aAfd08768d3fb70f2261F5</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MVP tiene límites claros. El anonimato es estadístico: grupos de uno o dos miembros no son anónimos. El remitente de la transacción es público, así que hace falta un relayer. Copiar una prueba en la mempool puede quemar el nullifier de la víctima. Y no hay incentivos: ni stake ni slash por abandonar un equipo. En el roadmap, la fase 2 suma staking, slashing y un relayer; la fase 3, reclutamiento ciego y reputación acumulada sin puntajes públicos; la fase 4, matching off-chain de skills y roles vía eventos de un subgraph.</a:t>
            </a:r>
          </a:p>
          <a:p>
            <a:r>
              <a:rPr lang="en-US"/>
              <a:t>Fuente: WHITEPAPER.md §10, §11.</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10767241" y="0"/>
            <a:ext cx="837333" cy="1143895"/>
            <a:chOff x="0" y="0"/>
            <a:chExt cx="1116444" cy="1525194"/>
          </a:xfrm>
        </p:grpSpPr>
        <p:sp>
          <p:nvSpPr>
            <p:cNvPr name="Freeform 55" id="55"/>
            <p:cNvSpPr/>
            <p:nvPr/>
          </p:nvSpPr>
          <p:spPr>
            <a:xfrm flipH="false" flipV="false" rot="0">
              <a:off x="0" y="0"/>
              <a:ext cx="1116457" cy="1525143"/>
            </a:xfrm>
            <a:custGeom>
              <a:avLst/>
              <a:gdLst/>
              <a:ahLst/>
              <a:cxnLst/>
              <a:rect r="r" b="b" t="t" l="l"/>
              <a:pathLst>
                <a:path h="1525143" w="1116457">
                  <a:moveTo>
                    <a:pt x="0" y="0"/>
                  </a:moveTo>
                  <a:lnTo>
                    <a:pt x="1116457" y="0"/>
                  </a:lnTo>
                  <a:lnTo>
                    <a:pt x="0" y="1525143"/>
                  </a:lnTo>
                  <a:close/>
                </a:path>
              </a:pathLst>
            </a:custGeom>
            <a:solidFill>
              <a:srgbClr val="273DBB"/>
            </a:solidFill>
          </p:spPr>
        </p:sp>
      </p:grpSp>
      <p:grpSp>
        <p:nvGrpSpPr>
          <p:cNvPr name="Group 56" id="56"/>
          <p:cNvGrpSpPr/>
          <p:nvPr/>
        </p:nvGrpSpPr>
        <p:grpSpPr>
          <a:xfrm rot="0">
            <a:off x="10767241" y="0"/>
            <a:ext cx="1674657" cy="2287791"/>
            <a:chOff x="0" y="0"/>
            <a:chExt cx="2232876" cy="3050388"/>
          </a:xfrm>
        </p:grpSpPr>
        <p:sp>
          <p:nvSpPr>
            <p:cNvPr name="Freeform 57" id="57"/>
            <p:cNvSpPr/>
            <p:nvPr/>
          </p:nvSpPr>
          <p:spPr>
            <a:xfrm flipH="false" flipV="false" rot="0">
              <a:off x="0" y="0"/>
              <a:ext cx="2232914" cy="3050413"/>
            </a:xfrm>
            <a:custGeom>
              <a:avLst/>
              <a:gdLst/>
              <a:ahLst/>
              <a:cxnLst/>
              <a:rect r="r" b="b" t="t" l="l"/>
              <a:pathLst>
                <a:path h="3050413" w="2232914">
                  <a:moveTo>
                    <a:pt x="334899" y="0"/>
                  </a:moveTo>
                  <a:lnTo>
                    <a:pt x="2232914" y="0"/>
                  </a:lnTo>
                  <a:lnTo>
                    <a:pt x="0" y="3050413"/>
                  </a:lnTo>
                  <a:lnTo>
                    <a:pt x="0" y="457581"/>
                  </a:lnTo>
                  <a:close/>
                </a:path>
              </a:pathLst>
            </a:custGeom>
            <a:solidFill>
              <a:srgbClr val="263BB8"/>
            </a:solidFill>
          </p:spPr>
        </p:sp>
      </p:grpSp>
      <p:grpSp>
        <p:nvGrpSpPr>
          <p:cNvPr name="Group 58" id="58"/>
          <p:cNvGrpSpPr/>
          <p:nvPr/>
        </p:nvGrpSpPr>
        <p:grpSpPr>
          <a:xfrm rot="0">
            <a:off x="10767241" y="0"/>
            <a:ext cx="2511990" cy="3431677"/>
            <a:chOff x="0" y="0"/>
            <a:chExt cx="3349320" cy="4575569"/>
          </a:xfrm>
        </p:grpSpPr>
        <p:sp>
          <p:nvSpPr>
            <p:cNvPr name="Freeform 59" id="59"/>
            <p:cNvSpPr/>
            <p:nvPr/>
          </p:nvSpPr>
          <p:spPr>
            <a:xfrm flipH="false" flipV="false" rot="0">
              <a:off x="0" y="0"/>
              <a:ext cx="3349371" cy="4575556"/>
            </a:xfrm>
            <a:custGeom>
              <a:avLst/>
              <a:gdLst/>
              <a:ahLst/>
              <a:cxnLst/>
              <a:rect r="r" b="b" t="t" l="l"/>
              <a:pathLst>
                <a:path h="4575556" w="3349371">
                  <a:moveTo>
                    <a:pt x="1451356" y="0"/>
                  </a:moveTo>
                  <a:lnTo>
                    <a:pt x="3349371" y="0"/>
                  </a:lnTo>
                  <a:lnTo>
                    <a:pt x="0" y="4575556"/>
                  </a:lnTo>
                  <a:lnTo>
                    <a:pt x="0" y="1982724"/>
                  </a:lnTo>
                  <a:close/>
                </a:path>
              </a:pathLst>
            </a:custGeom>
            <a:solidFill>
              <a:srgbClr val="2539B4"/>
            </a:solidFill>
          </p:spPr>
        </p:sp>
      </p:grpSp>
      <p:grpSp>
        <p:nvGrpSpPr>
          <p:cNvPr name="Group 60" id="60"/>
          <p:cNvGrpSpPr/>
          <p:nvPr/>
        </p:nvGrpSpPr>
        <p:grpSpPr>
          <a:xfrm rot="0">
            <a:off x="10767241" y="0"/>
            <a:ext cx="3349323" cy="4575572"/>
            <a:chOff x="0" y="0"/>
            <a:chExt cx="4465764" cy="6100762"/>
          </a:xfrm>
        </p:grpSpPr>
        <p:sp>
          <p:nvSpPr>
            <p:cNvPr name="Freeform 61" id="61"/>
            <p:cNvSpPr/>
            <p:nvPr/>
          </p:nvSpPr>
          <p:spPr>
            <a:xfrm flipH="false" flipV="false" rot="0">
              <a:off x="0" y="0"/>
              <a:ext cx="4465701" cy="6100826"/>
            </a:xfrm>
            <a:custGeom>
              <a:avLst/>
              <a:gdLst/>
              <a:ahLst/>
              <a:cxnLst/>
              <a:rect r="r" b="b" t="t" l="l"/>
              <a:pathLst>
                <a:path h="6100826" w="4465701">
                  <a:moveTo>
                    <a:pt x="2567813" y="0"/>
                  </a:moveTo>
                  <a:lnTo>
                    <a:pt x="4465701" y="0"/>
                  </a:lnTo>
                  <a:lnTo>
                    <a:pt x="0" y="6100826"/>
                  </a:lnTo>
                  <a:lnTo>
                    <a:pt x="0" y="3507994"/>
                  </a:lnTo>
                  <a:close/>
                </a:path>
              </a:pathLst>
            </a:custGeom>
            <a:solidFill>
              <a:srgbClr val="2437B1"/>
            </a:solidFill>
          </p:spPr>
        </p:sp>
      </p:grpSp>
      <p:grpSp>
        <p:nvGrpSpPr>
          <p:cNvPr name="Group 62" id="62"/>
          <p:cNvGrpSpPr/>
          <p:nvPr/>
        </p:nvGrpSpPr>
        <p:grpSpPr>
          <a:xfrm rot="0">
            <a:off x="10767241" y="0"/>
            <a:ext cx="4186647" cy="5719467"/>
            <a:chOff x="0" y="0"/>
            <a:chExt cx="5582196" cy="7625956"/>
          </a:xfrm>
        </p:grpSpPr>
        <p:sp>
          <p:nvSpPr>
            <p:cNvPr name="Freeform 63" id="63"/>
            <p:cNvSpPr/>
            <p:nvPr/>
          </p:nvSpPr>
          <p:spPr>
            <a:xfrm flipH="false" flipV="false" rot="0">
              <a:off x="0" y="0"/>
              <a:ext cx="5582158" cy="7625969"/>
            </a:xfrm>
            <a:custGeom>
              <a:avLst/>
              <a:gdLst/>
              <a:ahLst/>
              <a:cxnLst/>
              <a:rect r="r" b="b" t="t" l="l"/>
              <a:pathLst>
                <a:path h="7625969" w="5582158">
                  <a:moveTo>
                    <a:pt x="3684270" y="0"/>
                  </a:moveTo>
                  <a:lnTo>
                    <a:pt x="5582158" y="0"/>
                  </a:lnTo>
                  <a:lnTo>
                    <a:pt x="0" y="7625969"/>
                  </a:lnTo>
                  <a:lnTo>
                    <a:pt x="0" y="5033137"/>
                  </a:lnTo>
                  <a:close/>
                </a:path>
              </a:pathLst>
            </a:custGeom>
            <a:solidFill>
              <a:srgbClr val="2235AD"/>
            </a:solidFill>
          </p:spPr>
        </p:sp>
      </p:grpSp>
      <p:grpSp>
        <p:nvGrpSpPr>
          <p:cNvPr name="Group 64" id="64"/>
          <p:cNvGrpSpPr/>
          <p:nvPr/>
        </p:nvGrpSpPr>
        <p:grpSpPr>
          <a:xfrm rot="0">
            <a:off x="10767241" y="0"/>
            <a:ext cx="5023980" cy="6863363"/>
            <a:chOff x="0" y="0"/>
            <a:chExt cx="6698640" cy="9151150"/>
          </a:xfrm>
        </p:grpSpPr>
        <p:sp>
          <p:nvSpPr>
            <p:cNvPr name="Freeform 65" id="65"/>
            <p:cNvSpPr/>
            <p:nvPr/>
          </p:nvSpPr>
          <p:spPr>
            <a:xfrm flipH="false" flipV="false" rot="0">
              <a:off x="0" y="0"/>
              <a:ext cx="6698615" cy="9151112"/>
            </a:xfrm>
            <a:custGeom>
              <a:avLst/>
              <a:gdLst/>
              <a:ahLst/>
              <a:cxnLst/>
              <a:rect r="r" b="b" t="t" l="l"/>
              <a:pathLst>
                <a:path h="9151112" w="6698615">
                  <a:moveTo>
                    <a:pt x="4800727" y="0"/>
                  </a:moveTo>
                  <a:lnTo>
                    <a:pt x="6698615" y="0"/>
                  </a:lnTo>
                  <a:lnTo>
                    <a:pt x="0" y="9151112"/>
                  </a:lnTo>
                  <a:lnTo>
                    <a:pt x="0" y="6558280"/>
                  </a:lnTo>
                  <a:close/>
                </a:path>
              </a:pathLst>
            </a:custGeom>
            <a:solidFill>
              <a:srgbClr val="2133AA"/>
            </a:solidFill>
          </p:spPr>
        </p:sp>
      </p:grpSp>
      <p:grpSp>
        <p:nvGrpSpPr>
          <p:cNvPr name="Group 66" id="66"/>
          <p:cNvGrpSpPr/>
          <p:nvPr/>
        </p:nvGrpSpPr>
        <p:grpSpPr>
          <a:xfrm rot="0">
            <a:off x="10767241" y="0"/>
            <a:ext cx="5861314" cy="8007258"/>
            <a:chOff x="0" y="0"/>
            <a:chExt cx="7815085" cy="10676344"/>
          </a:xfrm>
        </p:grpSpPr>
        <p:sp>
          <p:nvSpPr>
            <p:cNvPr name="Freeform 67" id="67"/>
            <p:cNvSpPr/>
            <p:nvPr/>
          </p:nvSpPr>
          <p:spPr>
            <a:xfrm flipH="false" flipV="false" rot="0">
              <a:off x="0" y="0"/>
              <a:ext cx="7815072" cy="10676382"/>
            </a:xfrm>
            <a:custGeom>
              <a:avLst/>
              <a:gdLst/>
              <a:ahLst/>
              <a:cxnLst/>
              <a:rect r="r" b="b" t="t" l="l"/>
              <a:pathLst>
                <a:path h="10676382" w="7815072">
                  <a:moveTo>
                    <a:pt x="5917184" y="0"/>
                  </a:moveTo>
                  <a:lnTo>
                    <a:pt x="7815072" y="0"/>
                  </a:lnTo>
                  <a:lnTo>
                    <a:pt x="0" y="10676382"/>
                  </a:lnTo>
                  <a:lnTo>
                    <a:pt x="0" y="8083550"/>
                  </a:lnTo>
                  <a:close/>
                </a:path>
              </a:pathLst>
            </a:custGeom>
            <a:solidFill>
              <a:srgbClr val="2031A6"/>
            </a:solidFill>
          </p:spPr>
        </p:sp>
      </p:grpSp>
      <p:grpSp>
        <p:nvGrpSpPr>
          <p:cNvPr name="Group 68" id="68"/>
          <p:cNvGrpSpPr/>
          <p:nvPr/>
        </p:nvGrpSpPr>
        <p:grpSpPr>
          <a:xfrm rot="0">
            <a:off x="10767241" y="0"/>
            <a:ext cx="6698637" cy="9151153"/>
            <a:chOff x="0" y="0"/>
            <a:chExt cx="8931516" cy="12201538"/>
          </a:xfrm>
        </p:grpSpPr>
        <p:sp>
          <p:nvSpPr>
            <p:cNvPr name="Freeform 69" id="69"/>
            <p:cNvSpPr/>
            <p:nvPr/>
          </p:nvSpPr>
          <p:spPr>
            <a:xfrm flipH="false" flipV="false" rot="0">
              <a:off x="0" y="0"/>
              <a:ext cx="8931529" cy="12201525"/>
            </a:xfrm>
            <a:custGeom>
              <a:avLst/>
              <a:gdLst/>
              <a:ahLst/>
              <a:cxnLst/>
              <a:rect r="r" b="b" t="t" l="l"/>
              <a:pathLst>
                <a:path h="12201525" w="8931529">
                  <a:moveTo>
                    <a:pt x="7033514" y="0"/>
                  </a:moveTo>
                  <a:lnTo>
                    <a:pt x="8931529" y="0"/>
                  </a:lnTo>
                  <a:lnTo>
                    <a:pt x="0" y="12201525"/>
                  </a:lnTo>
                  <a:lnTo>
                    <a:pt x="0" y="9608693"/>
                  </a:lnTo>
                  <a:close/>
                </a:path>
              </a:pathLst>
            </a:custGeom>
            <a:solidFill>
              <a:srgbClr val="1E2FA3"/>
            </a:solidFill>
          </p:spPr>
        </p:sp>
      </p:grpSp>
      <p:grpSp>
        <p:nvGrpSpPr>
          <p:cNvPr name="Group 70" id="70"/>
          <p:cNvGrpSpPr/>
          <p:nvPr/>
        </p:nvGrpSpPr>
        <p:grpSpPr>
          <a:xfrm rot="0">
            <a:off x="10767241" y="0"/>
            <a:ext cx="7535970" cy="10295039"/>
            <a:chOff x="0" y="0"/>
            <a:chExt cx="10047961" cy="13726719"/>
          </a:xfrm>
        </p:grpSpPr>
        <p:sp>
          <p:nvSpPr>
            <p:cNvPr name="Freeform 71" id="71"/>
            <p:cNvSpPr/>
            <p:nvPr/>
          </p:nvSpPr>
          <p:spPr>
            <a:xfrm flipH="false" flipV="false" rot="0">
              <a:off x="0" y="0"/>
              <a:ext cx="10047986" cy="13726668"/>
            </a:xfrm>
            <a:custGeom>
              <a:avLst/>
              <a:gdLst/>
              <a:ahLst/>
              <a:cxnLst/>
              <a:rect r="r" b="b" t="t" l="l"/>
              <a:pathLst>
                <a:path h="13726668" w="10047986">
                  <a:moveTo>
                    <a:pt x="8149971" y="0"/>
                  </a:moveTo>
                  <a:lnTo>
                    <a:pt x="10047986" y="0"/>
                  </a:lnTo>
                  <a:lnTo>
                    <a:pt x="0" y="13726668"/>
                  </a:lnTo>
                  <a:lnTo>
                    <a:pt x="0" y="11133836"/>
                  </a:lnTo>
                  <a:close/>
                </a:path>
              </a:pathLst>
            </a:custGeom>
            <a:solidFill>
              <a:srgbClr val="1D2D9F"/>
            </a:solidFill>
          </p:spPr>
        </p:sp>
      </p:grpSp>
      <p:grpSp>
        <p:nvGrpSpPr>
          <p:cNvPr name="Group 72" id="72"/>
          <p:cNvGrpSpPr/>
          <p:nvPr/>
        </p:nvGrpSpPr>
        <p:grpSpPr>
          <a:xfrm rot="0">
            <a:off x="10767241" y="0"/>
            <a:ext cx="7535970" cy="10295039"/>
            <a:chOff x="0" y="0"/>
            <a:chExt cx="10047961" cy="13726719"/>
          </a:xfrm>
        </p:grpSpPr>
        <p:sp>
          <p:nvSpPr>
            <p:cNvPr name="Freeform 73" id="73"/>
            <p:cNvSpPr/>
            <p:nvPr/>
          </p:nvSpPr>
          <p:spPr>
            <a:xfrm flipH="false" flipV="false" rot="0">
              <a:off x="0" y="0"/>
              <a:ext cx="10047986" cy="13726668"/>
            </a:xfrm>
            <a:custGeom>
              <a:avLst/>
              <a:gdLst/>
              <a:ahLst/>
              <a:cxnLst/>
              <a:rect r="r" b="b" t="t" l="l"/>
              <a:pathLst>
                <a:path h="13726668" w="10047986">
                  <a:moveTo>
                    <a:pt x="9266428" y="0"/>
                  </a:moveTo>
                  <a:lnTo>
                    <a:pt x="10047986" y="0"/>
                  </a:lnTo>
                  <a:lnTo>
                    <a:pt x="10047986" y="1525143"/>
                  </a:lnTo>
                  <a:lnTo>
                    <a:pt x="1116457" y="13726668"/>
                  </a:lnTo>
                  <a:lnTo>
                    <a:pt x="0" y="13726668"/>
                  </a:lnTo>
                  <a:lnTo>
                    <a:pt x="0" y="12659106"/>
                  </a:lnTo>
                  <a:close/>
                </a:path>
              </a:pathLst>
            </a:custGeom>
            <a:solidFill>
              <a:srgbClr val="1C2B9C"/>
            </a:solidFill>
          </p:spPr>
        </p:sp>
      </p:grpSp>
      <p:grpSp>
        <p:nvGrpSpPr>
          <p:cNvPr name="Group 74" id="74"/>
          <p:cNvGrpSpPr/>
          <p:nvPr/>
        </p:nvGrpSpPr>
        <p:grpSpPr>
          <a:xfrm rot="0">
            <a:off x="11018444" y="343167"/>
            <a:ext cx="7284777" cy="9951872"/>
            <a:chOff x="0" y="0"/>
            <a:chExt cx="9713036" cy="13269163"/>
          </a:xfrm>
        </p:grpSpPr>
        <p:sp>
          <p:nvSpPr>
            <p:cNvPr name="Freeform 75" id="75"/>
            <p:cNvSpPr/>
            <p:nvPr/>
          </p:nvSpPr>
          <p:spPr>
            <a:xfrm flipH="false" flipV="false" rot="0">
              <a:off x="0" y="0"/>
              <a:ext cx="9713087" cy="13269213"/>
            </a:xfrm>
            <a:custGeom>
              <a:avLst/>
              <a:gdLst/>
              <a:ahLst/>
              <a:cxnLst/>
              <a:rect r="r" b="b" t="t" l="l"/>
              <a:pathLst>
                <a:path h="13269213" w="9713087">
                  <a:moveTo>
                    <a:pt x="9713087" y="0"/>
                  </a:moveTo>
                  <a:lnTo>
                    <a:pt x="9713087" y="2592832"/>
                  </a:lnTo>
                  <a:lnTo>
                    <a:pt x="1897888" y="13269213"/>
                  </a:lnTo>
                  <a:lnTo>
                    <a:pt x="0" y="13269213"/>
                  </a:lnTo>
                  <a:close/>
                </a:path>
              </a:pathLst>
            </a:custGeom>
            <a:solidFill>
              <a:srgbClr val="1B2998"/>
            </a:solidFill>
          </p:spPr>
        </p:sp>
      </p:grpSp>
      <p:grpSp>
        <p:nvGrpSpPr>
          <p:cNvPr name="Group 76" id="76"/>
          <p:cNvGrpSpPr/>
          <p:nvPr/>
        </p:nvGrpSpPr>
        <p:grpSpPr>
          <a:xfrm rot="0">
            <a:off x="11855768" y="1487062"/>
            <a:ext cx="6447444" cy="8807977"/>
            <a:chOff x="0" y="0"/>
            <a:chExt cx="8596592" cy="11743969"/>
          </a:xfrm>
        </p:grpSpPr>
        <p:sp>
          <p:nvSpPr>
            <p:cNvPr name="Freeform 77" id="77"/>
            <p:cNvSpPr/>
            <p:nvPr/>
          </p:nvSpPr>
          <p:spPr>
            <a:xfrm flipH="false" flipV="false" rot="0">
              <a:off x="0" y="0"/>
              <a:ext cx="8596630" cy="11743944"/>
            </a:xfrm>
            <a:custGeom>
              <a:avLst/>
              <a:gdLst/>
              <a:ahLst/>
              <a:cxnLst/>
              <a:rect r="r" b="b" t="t" l="l"/>
              <a:pathLst>
                <a:path h="11743944" w="8596630">
                  <a:moveTo>
                    <a:pt x="8596630" y="0"/>
                  </a:moveTo>
                  <a:lnTo>
                    <a:pt x="8596630" y="2592832"/>
                  </a:lnTo>
                  <a:lnTo>
                    <a:pt x="1897888" y="11743944"/>
                  </a:lnTo>
                  <a:lnTo>
                    <a:pt x="0" y="11743944"/>
                  </a:lnTo>
                  <a:close/>
                </a:path>
              </a:pathLst>
            </a:custGeom>
            <a:solidFill>
              <a:srgbClr val="192795"/>
            </a:solidFill>
          </p:spPr>
        </p:sp>
      </p:grpSp>
      <p:grpSp>
        <p:nvGrpSpPr>
          <p:cNvPr name="Group 78" id="78"/>
          <p:cNvGrpSpPr/>
          <p:nvPr/>
        </p:nvGrpSpPr>
        <p:grpSpPr>
          <a:xfrm rot="0">
            <a:off x="12693101" y="2630957"/>
            <a:ext cx="5610111" cy="7664091"/>
            <a:chOff x="0" y="0"/>
            <a:chExt cx="7480148" cy="10218788"/>
          </a:xfrm>
        </p:grpSpPr>
        <p:sp>
          <p:nvSpPr>
            <p:cNvPr name="Freeform 79" id="79"/>
            <p:cNvSpPr/>
            <p:nvPr/>
          </p:nvSpPr>
          <p:spPr>
            <a:xfrm flipH="false" flipV="false" rot="0">
              <a:off x="0" y="0"/>
              <a:ext cx="7480173" cy="10218801"/>
            </a:xfrm>
            <a:custGeom>
              <a:avLst/>
              <a:gdLst/>
              <a:ahLst/>
              <a:cxnLst/>
              <a:rect r="r" b="b" t="t" l="l"/>
              <a:pathLst>
                <a:path h="10218801" w="7480173">
                  <a:moveTo>
                    <a:pt x="7480173" y="0"/>
                  </a:moveTo>
                  <a:lnTo>
                    <a:pt x="7480173" y="2592832"/>
                  </a:lnTo>
                  <a:lnTo>
                    <a:pt x="1897888" y="10218801"/>
                  </a:lnTo>
                  <a:lnTo>
                    <a:pt x="0" y="10218801"/>
                  </a:lnTo>
                  <a:close/>
                </a:path>
              </a:pathLst>
            </a:custGeom>
            <a:solidFill>
              <a:srgbClr val="182591"/>
            </a:solidFill>
          </p:spPr>
        </p:sp>
      </p:grpSp>
      <p:grpSp>
        <p:nvGrpSpPr>
          <p:cNvPr name="Group 80" id="80"/>
          <p:cNvGrpSpPr/>
          <p:nvPr/>
        </p:nvGrpSpPr>
        <p:grpSpPr>
          <a:xfrm rot="0">
            <a:off x="13530434" y="3774853"/>
            <a:ext cx="4772777" cy="6520196"/>
            <a:chOff x="0" y="0"/>
            <a:chExt cx="6363703" cy="8693594"/>
          </a:xfrm>
        </p:grpSpPr>
        <p:sp>
          <p:nvSpPr>
            <p:cNvPr name="Freeform 81" id="81"/>
            <p:cNvSpPr/>
            <p:nvPr/>
          </p:nvSpPr>
          <p:spPr>
            <a:xfrm flipH="false" flipV="false" rot="0">
              <a:off x="0" y="0"/>
              <a:ext cx="6363716" cy="8693531"/>
            </a:xfrm>
            <a:custGeom>
              <a:avLst/>
              <a:gdLst/>
              <a:ahLst/>
              <a:cxnLst/>
              <a:rect r="r" b="b" t="t" l="l"/>
              <a:pathLst>
                <a:path h="8693531" w="6363716">
                  <a:moveTo>
                    <a:pt x="6363716" y="0"/>
                  </a:moveTo>
                  <a:lnTo>
                    <a:pt x="6363716" y="2592832"/>
                  </a:lnTo>
                  <a:lnTo>
                    <a:pt x="1897888" y="8693531"/>
                  </a:lnTo>
                  <a:lnTo>
                    <a:pt x="0" y="8693531"/>
                  </a:lnTo>
                  <a:close/>
                </a:path>
              </a:pathLst>
            </a:custGeom>
            <a:solidFill>
              <a:srgbClr val="17238E"/>
            </a:solidFill>
          </p:spPr>
        </p:sp>
      </p:grpSp>
      <p:grpSp>
        <p:nvGrpSpPr>
          <p:cNvPr name="Group 82" id="82"/>
          <p:cNvGrpSpPr/>
          <p:nvPr/>
        </p:nvGrpSpPr>
        <p:grpSpPr>
          <a:xfrm rot="0">
            <a:off x="14367758" y="4918739"/>
            <a:ext cx="3935454" cy="5376301"/>
            <a:chOff x="0" y="0"/>
            <a:chExt cx="5247272" cy="7168401"/>
          </a:xfrm>
        </p:grpSpPr>
        <p:sp>
          <p:nvSpPr>
            <p:cNvPr name="Freeform 83" id="83"/>
            <p:cNvSpPr/>
            <p:nvPr/>
          </p:nvSpPr>
          <p:spPr>
            <a:xfrm flipH="false" flipV="false" rot="0">
              <a:off x="0" y="0"/>
              <a:ext cx="5247259" cy="7168388"/>
            </a:xfrm>
            <a:custGeom>
              <a:avLst/>
              <a:gdLst/>
              <a:ahLst/>
              <a:cxnLst/>
              <a:rect r="r" b="b" t="t" l="l"/>
              <a:pathLst>
                <a:path h="7168388" w="5247259">
                  <a:moveTo>
                    <a:pt x="5247259" y="0"/>
                  </a:moveTo>
                  <a:lnTo>
                    <a:pt x="5247259" y="2592832"/>
                  </a:lnTo>
                  <a:lnTo>
                    <a:pt x="1897888" y="7168388"/>
                  </a:lnTo>
                  <a:lnTo>
                    <a:pt x="0" y="7168388"/>
                  </a:lnTo>
                  <a:close/>
                </a:path>
              </a:pathLst>
            </a:custGeom>
            <a:solidFill>
              <a:srgbClr val="15218A"/>
            </a:solidFill>
          </p:spPr>
        </p:sp>
      </p:grpSp>
      <p:grpSp>
        <p:nvGrpSpPr>
          <p:cNvPr name="Group 84" id="84"/>
          <p:cNvGrpSpPr/>
          <p:nvPr/>
        </p:nvGrpSpPr>
        <p:grpSpPr>
          <a:xfrm rot="0">
            <a:off x="15205091" y="6062634"/>
            <a:ext cx="3098121" cy="4232405"/>
            <a:chOff x="0" y="0"/>
            <a:chExt cx="4130827" cy="5643207"/>
          </a:xfrm>
        </p:grpSpPr>
        <p:sp>
          <p:nvSpPr>
            <p:cNvPr name="Freeform 85" id="85"/>
            <p:cNvSpPr/>
            <p:nvPr/>
          </p:nvSpPr>
          <p:spPr>
            <a:xfrm flipH="false" flipV="false" rot="0">
              <a:off x="0" y="0"/>
              <a:ext cx="4130802" cy="5643245"/>
            </a:xfrm>
            <a:custGeom>
              <a:avLst/>
              <a:gdLst/>
              <a:ahLst/>
              <a:cxnLst/>
              <a:rect r="r" b="b" t="t" l="l"/>
              <a:pathLst>
                <a:path h="5643245" w="4130802">
                  <a:moveTo>
                    <a:pt x="4130802" y="0"/>
                  </a:moveTo>
                  <a:lnTo>
                    <a:pt x="4130802" y="2592832"/>
                  </a:lnTo>
                  <a:lnTo>
                    <a:pt x="1897888" y="5643245"/>
                  </a:lnTo>
                  <a:lnTo>
                    <a:pt x="0" y="5643245"/>
                  </a:lnTo>
                  <a:close/>
                </a:path>
              </a:pathLst>
            </a:custGeom>
            <a:solidFill>
              <a:srgbClr val="141F87"/>
            </a:solidFill>
          </p:spPr>
        </p:sp>
      </p:grpSp>
      <p:grpSp>
        <p:nvGrpSpPr>
          <p:cNvPr name="Group 86" id="86"/>
          <p:cNvGrpSpPr/>
          <p:nvPr/>
        </p:nvGrpSpPr>
        <p:grpSpPr>
          <a:xfrm rot="0">
            <a:off x="16042424" y="7206529"/>
            <a:ext cx="2260787" cy="3088510"/>
            <a:chOff x="0" y="0"/>
            <a:chExt cx="3014383" cy="4118013"/>
          </a:xfrm>
        </p:grpSpPr>
        <p:sp>
          <p:nvSpPr>
            <p:cNvPr name="Freeform 87" id="87"/>
            <p:cNvSpPr/>
            <p:nvPr/>
          </p:nvSpPr>
          <p:spPr>
            <a:xfrm flipH="false" flipV="false" rot="0">
              <a:off x="0" y="0"/>
              <a:ext cx="3014345" cy="4117975"/>
            </a:xfrm>
            <a:custGeom>
              <a:avLst/>
              <a:gdLst/>
              <a:ahLst/>
              <a:cxnLst/>
              <a:rect r="r" b="b" t="t" l="l"/>
              <a:pathLst>
                <a:path h="4117975" w="3014345">
                  <a:moveTo>
                    <a:pt x="3014345" y="0"/>
                  </a:moveTo>
                  <a:lnTo>
                    <a:pt x="3014345" y="2592832"/>
                  </a:lnTo>
                  <a:lnTo>
                    <a:pt x="1897888" y="4117975"/>
                  </a:lnTo>
                  <a:lnTo>
                    <a:pt x="0" y="4117975"/>
                  </a:lnTo>
                  <a:close/>
                </a:path>
              </a:pathLst>
            </a:custGeom>
            <a:solidFill>
              <a:srgbClr val="131D83"/>
            </a:solidFill>
          </p:spPr>
        </p:sp>
      </p:grpSp>
      <p:grpSp>
        <p:nvGrpSpPr>
          <p:cNvPr name="Group 88" id="88"/>
          <p:cNvGrpSpPr/>
          <p:nvPr/>
        </p:nvGrpSpPr>
        <p:grpSpPr>
          <a:xfrm rot="0">
            <a:off x="16879757" y="8350425"/>
            <a:ext cx="1423464" cy="1944614"/>
            <a:chOff x="0" y="0"/>
            <a:chExt cx="1897952" cy="2592819"/>
          </a:xfrm>
        </p:grpSpPr>
        <p:sp>
          <p:nvSpPr>
            <p:cNvPr name="Freeform 89" id="89"/>
            <p:cNvSpPr/>
            <p:nvPr/>
          </p:nvSpPr>
          <p:spPr>
            <a:xfrm flipH="false" flipV="false" rot="0">
              <a:off x="0" y="0"/>
              <a:ext cx="1897888" cy="2592832"/>
            </a:xfrm>
            <a:custGeom>
              <a:avLst/>
              <a:gdLst/>
              <a:ahLst/>
              <a:cxnLst/>
              <a:rect r="r" b="b" t="t" l="l"/>
              <a:pathLst>
                <a:path h="2592832" w="1897888">
                  <a:moveTo>
                    <a:pt x="1897888" y="0"/>
                  </a:moveTo>
                  <a:lnTo>
                    <a:pt x="1897888" y="2592832"/>
                  </a:lnTo>
                  <a:lnTo>
                    <a:pt x="0" y="2592832"/>
                  </a:lnTo>
                  <a:close/>
                </a:path>
              </a:pathLst>
            </a:custGeom>
            <a:solidFill>
              <a:srgbClr val="121B80"/>
            </a:solidFill>
          </p:spPr>
        </p:sp>
      </p:grpSp>
      <p:grpSp>
        <p:nvGrpSpPr>
          <p:cNvPr name="Group 90" id="90"/>
          <p:cNvGrpSpPr/>
          <p:nvPr/>
        </p:nvGrpSpPr>
        <p:grpSpPr>
          <a:xfrm rot="2700000">
            <a:off x="15308047" y="1159907"/>
            <a:ext cx="1794081" cy="870271"/>
            <a:chOff x="0" y="0"/>
            <a:chExt cx="2392108" cy="1160361"/>
          </a:xfrm>
        </p:grpSpPr>
        <p:sp>
          <p:nvSpPr>
            <p:cNvPr name="Freeform 91" id="91"/>
            <p:cNvSpPr/>
            <p:nvPr/>
          </p:nvSpPr>
          <p:spPr>
            <a:xfrm flipH="false" flipV="false" rot="0">
              <a:off x="0" y="0"/>
              <a:ext cx="2392172" cy="1160399"/>
            </a:xfrm>
            <a:custGeom>
              <a:avLst/>
              <a:gdLst/>
              <a:ahLst/>
              <a:cxnLst/>
              <a:rect r="r" b="b" t="t" l="l"/>
              <a:pathLst>
                <a:path h="1160399" w="2392172">
                  <a:moveTo>
                    <a:pt x="0" y="1160399"/>
                  </a:moveTo>
                  <a:lnTo>
                    <a:pt x="1196086" y="0"/>
                  </a:lnTo>
                  <a:lnTo>
                    <a:pt x="2392172" y="1160399"/>
                  </a:lnTo>
                  <a:close/>
                </a:path>
              </a:pathLst>
            </a:custGeom>
            <a:solidFill>
              <a:srgbClr val="283EBD"/>
            </a:solidFill>
          </p:spPr>
        </p:sp>
      </p:grpSp>
      <p:grpSp>
        <p:nvGrpSpPr>
          <p:cNvPr name="Group 92" id="92"/>
          <p:cNvGrpSpPr/>
          <p:nvPr/>
        </p:nvGrpSpPr>
        <p:grpSpPr>
          <a:xfrm rot="-8100000">
            <a:off x="8347224" y="8274472"/>
            <a:ext cx="2146859" cy="1041864"/>
            <a:chOff x="0" y="0"/>
            <a:chExt cx="2862478" cy="1389151"/>
          </a:xfrm>
        </p:grpSpPr>
        <p:sp>
          <p:nvSpPr>
            <p:cNvPr name="Freeform 93" id="93"/>
            <p:cNvSpPr/>
            <p:nvPr/>
          </p:nvSpPr>
          <p:spPr>
            <a:xfrm flipH="false" flipV="false" rot="0">
              <a:off x="0" y="0"/>
              <a:ext cx="2862580" cy="1389126"/>
            </a:xfrm>
            <a:custGeom>
              <a:avLst/>
              <a:gdLst/>
              <a:ahLst/>
              <a:cxnLst/>
              <a:rect r="r" b="b" t="t" l="l"/>
              <a:pathLst>
                <a:path h="1389126" w="2862580">
                  <a:moveTo>
                    <a:pt x="0" y="1389126"/>
                  </a:moveTo>
                  <a:lnTo>
                    <a:pt x="1431290" y="0"/>
                  </a:lnTo>
                  <a:lnTo>
                    <a:pt x="2862580" y="1389126"/>
                  </a:lnTo>
                  <a:close/>
                </a:path>
              </a:pathLst>
            </a:custGeom>
            <a:solidFill>
              <a:srgbClr val="283EBD"/>
            </a:solidFill>
          </p:spPr>
        </p:sp>
      </p:grpSp>
      <p:grpSp>
        <p:nvGrpSpPr>
          <p:cNvPr name="Group 94" id="94"/>
          <p:cNvGrpSpPr/>
          <p:nvPr/>
        </p:nvGrpSpPr>
        <p:grpSpPr>
          <a:xfrm rot="0">
            <a:off x="547897" y="373570"/>
            <a:ext cx="418252" cy="494300"/>
            <a:chOff x="0" y="0"/>
            <a:chExt cx="557670" cy="659066"/>
          </a:xfrm>
        </p:grpSpPr>
        <p:sp>
          <p:nvSpPr>
            <p:cNvPr name="Freeform 95" id="95"/>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96" id="96"/>
          <p:cNvGrpSpPr/>
          <p:nvPr/>
        </p:nvGrpSpPr>
        <p:grpSpPr>
          <a:xfrm rot="0">
            <a:off x="547897" y="373570"/>
            <a:ext cx="418252" cy="494300"/>
            <a:chOff x="0" y="0"/>
            <a:chExt cx="557670" cy="659066"/>
          </a:xfrm>
        </p:grpSpPr>
        <p:sp>
          <p:nvSpPr>
            <p:cNvPr name="Freeform 97" id="97"/>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98" id="98"/>
          <p:cNvGrpSpPr/>
          <p:nvPr/>
        </p:nvGrpSpPr>
        <p:grpSpPr>
          <a:xfrm rot="0">
            <a:off x="547897" y="373570"/>
            <a:ext cx="418252" cy="494300"/>
            <a:chOff x="0" y="0"/>
            <a:chExt cx="557670" cy="659066"/>
          </a:xfrm>
        </p:grpSpPr>
        <p:sp>
          <p:nvSpPr>
            <p:cNvPr name="Freeform 99" id="99"/>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100" id="100"/>
          <p:cNvGrpSpPr/>
          <p:nvPr/>
        </p:nvGrpSpPr>
        <p:grpSpPr>
          <a:xfrm rot="0">
            <a:off x="547897" y="373570"/>
            <a:ext cx="418252" cy="494300"/>
            <a:chOff x="0" y="0"/>
            <a:chExt cx="557670" cy="659066"/>
          </a:xfrm>
        </p:grpSpPr>
        <p:sp>
          <p:nvSpPr>
            <p:cNvPr name="Freeform 101" id="101"/>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102" id="102"/>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103" id="103"/>
          <p:cNvSpPr txBox="true"/>
          <p:nvPr/>
        </p:nvSpPr>
        <p:spPr>
          <a:xfrm rot="0">
            <a:off x="1263701" y="2419321"/>
            <a:ext cx="8876757" cy="1309811"/>
          </a:xfrm>
          <a:prstGeom prst="rect">
            <a:avLst/>
          </a:prstGeom>
        </p:spPr>
        <p:txBody>
          <a:bodyPr anchor="t" rtlCol="false" tIns="0" lIns="0" bIns="0" rIns="0">
            <a:spAutoFit/>
          </a:bodyPr>
          <a:lstStyle/>
          <a:p>
            <a:pPr algn="l">
              <a:lnSpc>
                <a:spcPts val="9727"/>
              </a:lnSpc>
            </a:pPr>
            <a:r>
              <a:rPr lang="en-US" sz="8106" b="true">
                <a:solidFill>
                  <a:srgbClr val="C4ECFF"/>
                </a:solidFill>
                <a:latin typeface="Arimo Bold"/>
                <a:ea typeface="Arimo Bold"/>
                <a:cs typeface="Arimo Bold"/>
                <a:sym typeface="Arimo Bold"/>
              </a:rPr>
              <a:t>TeamUp ZK</a:t>
            </a:r>
          </a:p>
        </p:txBody>
      </p:sp>
      <p:sp>
        <p:nvSpPr>
          <p:cNvPr name="TextBox 104" id="104"/>
          <p:cNvSpPr txBox="true"/>
          <p:nvPr/>
        </p:nvSpPr>
        <p:spPr>
          <a:xfrm rot="0">
            <a:off x="1292533" y="3938788"/>
            <a:ext cx="6680483" cy="1574816"/>
          </a:xfrm>
          <a:prstGeom prst="rect">
            <a:avLst/>
          </a:prstGeom>
        </p:spPr>
        <p:txBody>
          <a:bodyPr anchor="t" rtlCol="false" tIns="0" lIns="0" bIns="0" rIns="0">
            <a:spAutoFit/>
          </a:bodyPr>
          <a:lstStyle/>
          <a:p>
            <a:pPr algn="l">
              <a:lnSpc>
                <a:spcPts val="5043"/>
              </a:lnSpc>
            </a:pPr>
            <a:r>
              <a:rPr lang="en-US" sz="4203">
                <a:solidFill>
                  <a:srgbClr val="C4ECFF"/>
                </a:solidFill>
                <a:latin typeface="Arimo"/>
                <a:ea typeface="Arimo"/>
                <a:cs typeface="Arimo"/>
                <a:sym typeface="Arimo"/>
              </a:rPr>
              <a:t>Formación de equipos anónima en Ethereum</a:t>
            </a:r>
          </a:p>
        </p:txBody>
      </p:sp>
      <p:sp>
        <p:nvSpPr>
          <p:cNvPr name="TextBox 105" id="105"/>
          <p:cNvSpPr txBox="true"/>
          <p:nvPr/>
        </p:nvSpPr>
        <p:spPr>
          <a:xfrm rot="0">
            <a:off x="1292533" y="5931122"/>
            <a:ext cx="6543218" cy="955157"/>
          </a:xfrm>
          <a:prstGeom prst="rect">
            <a:avLst/>
          </a:prstGeom>
        </p:spPr>
        <p:txBody>
          <a:bodyPr anchor="t" rtlCol="false" tIns="0" lIns="0" bIns="0" rIns="0">
            <a:spAutoFit/>
          </a:bodyPr>
          <a:lstStyle/>
          <a:p>
            <a:pPr algn="l">
              <a:lnSpc>
                <a:spcPts val="3746"/>
              </a:lnSpc>
            </a:pPr>
            <a:r>
              <a:rPr lang="en-US" sz="2401">
                <a:solidFill>
                  <a:srgbClr val="C2C5CC"/>
                </a:solidFill>
                <a:latin typeface="DM Sans"/>
                <a:ea typeface="DM Sans"/>
                <a:cs typeface="DM Sans"/>
                <a:sym typeface="DM Sans"/>
              </a:rPr>
              <a:t>Proyecto final · Web3 / Solidity</a:t>
            </a:r>
          </a:p>
        </p:txBody>
      </p:sp>
      <p:grpSp>
        <p:nvGrpSpPr>
          <p:cNvPr name="Group 106" id="106"/>
          <p:cNvGrpSpPr/>
          <p:nvPr/>
        </p:nvGrpSpPr>
        <p:grpSpPr>
          <a:xfrm rot="-5400000">
            <a:off x="8282702" y="3654057"/>
            <a:ext cx="1457782" cy="306105"/>
            <a:chOff x="0" y="0"/>
            <a:chExt cx="1943710" cy="408140"/>
          </a:xfrm>
        </p:grpSpPr>
        <p:sp>
          <p:nvSpPr>
            <p:cNvPr name="Freeform 107" id="107"/>
            <p:cNvSpPr/>
            <p:nvPr/>
          </p:nvSpPr>
          <p:spPr>
            <a:xfrm flipH="false" flipV="false" rot="0">
              <a:off x="0" y="0"/>
              <a:ext cx="1943735" cy="408178"/>
            </a:xfrm>
            <a:custGeom>
              <a:avLst/>
              <a:gdLst/>
              <a:ahLst/>
              <a:cxnLst/>
              <a:rect r="r" b="b" t="t" l="l"/>
              <a:pathLst>
                <a:path h="408178" w="1943735">
                  <a:moveTo>
                    <a:pt x="0" y="0"/>
                  </a:moveTo>
                  <a:lnTo>
                    <a:pt x="1943735" y="0"/>
                  </a:lnTo>
                  <a:lnTo>
                    <a:pt x="1554988" y="408178"/>
                  </a:lnTo>
                  <a:lnTo>
                    <a:pt x="388747" y="408178"/>
                  </a:lnTo>
                  <a:close/>
                </a:path>
              </a:pathLst>
            </a:custGeom>
            <a:solidFill>
              <a:srgbClr val="5531E3"/>
            </a:solidFill>
          </p:spPr>
        </p:sp>
      </p:grpSp>
      <p:grpSp>
        <p:nvGrpSpPr>
          <p:cNvPr name="Group 108" id="108"/>
          <p:cNvGrpSpPr/>
          <p:nvPr/>
        </p:nvGrpSpPr>
        <p:grpSpPr>
          <a:xfrm rot="5400000">
            <a:off x="16006734" y="7190061"/>
            <a:ext cx="1457782" cy="306105"/>
            <a:chOff x="0" y="0"/>
            <a:chExt cx="1943710" cy="408140"/>
          </a:xfrm>
        </p:grpSpPr>
        <p:sp>
          <p:nvSpPr>
            <p:cNvPr name="Freeform 109" id="109"/>
            <p:cNvSpPr/>
            <p:nvPr/>
          </p:nvSpPr>
          <p:spPr>
            <a:xfrm flipH="false" flipV="false" rot="0">
              <a:off x="0" y="0"/>
              <a:ext cx="1943735" cy="408178"/>
            </a:xfrm>
            <a:custGeom>
              <a:avLst/>
              <a:gdLst/>
              <a:ahLst/>
              <a:cxnLst/>
              <a:rect r="r" b="b" t="t" l="l"/>
              <a:pathLst>
                <a:path h="408178" w="1943735">
                  <a:moveTo>
                    <a:pt x="0" y="0"/>
                  </a:moveTo>
                  <a:lnTo>
                    <a:pt x="1943735" y="0"/>
                  </a:lnTo>
                  <a:lnTo>
                    <a:pt x="1554988" y="408178"/>
                  </a:lnTo>
                  <a:lnTo>
                    <a:pt x="388747" y="408178"/>
                  </a:lnTo>
                  <a:close/>
                </a:path>
              </a:pathLst>
            </a:custGeom>
            <a:solidFill>
              <a:srgbClr val="D585DF"/>
            </a:solidFill>
          </p:spPr>
        </p:sp>
      </p:grpSp>
      <p:sp>
        <p:nvSpPr>
          <p:cNvPr name="AutoShape 110" id="110"/>
          <p:cNvSpPr/>
          <p:nvPr/>
        </p:nvSpPr>
        <p:spPr>
          <a:xfrm rot="4080">
            <a:off x="1124293" y="9189396"/>
            <a:ext cx="16054635" cy="0"/>
          </a:xfrm>
          <a:prstGeom prst="line">
            <a:avLst/>
          </a:prstGeom>
          <a:ln cap="rnd" w="9525">
            <a:solidFill>
              <a:srgbClr val="5531E3"/>
            </a:solidFill>
            <a:prstDash val="solid"/>
            <a:headEnd type="none" len="sm" w="sm"/>
            <a:tailEnd type="none" len="sm" w="sm"/>
          </a:ln>
        </p:spPr>
      </p:sp>
      <p:sp>
        <p:nvSpPr>
          <p:cNvPr name="TextBox 111" id="111"/>
          <p:cNvSpPr txBox="true"/>
          <p:nvPr/>
        </p:nvSpPr>
        <p:spPr>
          <a:xfrm rot="0">
            <a:off x="1070153" y="9387678"/>
            <a:ext cx="4209669" cy="425139"/>
          </a:xfrm>
          <a:prstGeom prst="rect">
            <a:avLst/>
          </a:prstGeom>
        </p:spPr>
        <p:txBody>
          <a:bodyPr anchor="t" rtlCol="false" tIns="0" lIns="0" bIns="0" rIns="0">
            <a:spAutoFit/>
          </a:bodyPr>
          <a:lstStyle/>
          <a:p>
            <a:pPr algn="l">
              <a:lnSpc>
                <a:spcPts val="2702"/>
              </a:lnSpc>
            </a:pPr>
            <a:r>
              <a:rPr lang="en-US" sz="1501">
                <a:solidFill>
                  <a:srgbClr val="C4ECFF"/>
                </a:solidFill>
                <a:latin typeface="Roboto"/>
                <a:ea typeface="Roboto"/>
                <a:cs typeface="Roboto"/>
                <a:sym typeface="Roboto"/>
              </a:rPr>
              <a:t>Sepolia · Semaphore V4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15866259" y="3233557"/>
            <a:ext cx="1227630" cy="1227630"/>
            <a:chOff x="0" y="0"/>
            <a:chExt cx="1636840" cy="1636840"/>
          </a:xfrm>
        </p:grpSpPr>
        <p:sp>
          <p:nvSpPr>
            <p:cNvPr name="Freeform 55" id="55"/>
            <p:cNvSpPr/>
            <p:nvPr/>
          </p:nvSpPr>
          <p:spPr>
            <a:xfrm flipH="false" flipV="false" rot="0">
              <a:off x="0" y="0"/>
              <a:ext cx="1636776" cy="1636776"/>
            </a:xfrm>
            <a:custGeom>
              <a:avLst/>
              <a:gdLst/>
              <a:ahLst/>
              <a:cxnLst/>
              <a:rect r="r" b="b" t="t" l="l"/>
              <a:pathLst>
                <a:path h="1636776" w="1636776">
                  <a:moveTo>
                    <a:pt x="1636776" y="0"/>
                  </a:moveTo>
                  <a:lnTo>
                    <a:pt x="1636776" y="818388"/>
                  </a:lnTo>
                  <a:lnTo>
                    <a:pt x="818388" y="1636776"/>
                  </a:lnTo>
                  <a:lnTo>
                    <a:pt x="0" y="1636776"/>
                  </a:lnTo>
                  <a:close/>
                </a:path>
              </a:pathLst>
            </a:custGeom>
            <a:solidFill>
              <a:srgbClr val="2634AC">
                <a:alpha val="63922"/>
              </a:srgbClr>
            </a:solidFill>
          </p:spPr>
        </p:sp>
      </p:grpSp>
      <p:grpSp>
        <p:nvGrpSpPr>
          <p:cNvPr name="Group 56" id="56"/>
          <p:cNvGrpSpPr/>
          <p:nvPr/>
        </p:nvGrpSpPr>
        <p:grpSpPr>
          <a:xfrm rot="0">
            <a:off x="15252449" y="2619746"/>
            <a:ext cx="1841440" cy="1841440"/>
            <a:chOff x="0" y="0"/>
            <a:chExt cx="2455253" cy="2455253"/>
          </a:xfrm>
        </p:grpSpPr>
        <p:sp>
          <p:nvSpPr>
            <p:cNvPr name="Freeform 57" id="57"/>
            <p:cNvSpPr/>
            <p:nvPr/>
          </p:nvSpPr>
          <p:spPr>
            <a:xfrm flipH="false" flipV="false" rot="0">
              <a:off x="0" y="0"/>
              <a:ext cx="2455291" cy="2455291"/>
            </a:xfrm>
            <a:custGeom>
              <a:avLst/>
              <a:gdLst/>
              <a:ahLst/>
              <a:cxnLst/>
              <a:rect r="r" b="b" t="t" l="l"/>
              <a:pathLst>
                <a:path h="2455291" w="2455291">
                  <a:moveTo>
                    <a:pt x="2455291" y="0"/>
                  </a:moveTo>
                  <a:lnTo>
                    <a:pt x="2455291" y="1391285"/>
                  </a:lnTo>
                  <a:lnTo>
                    <a:pt x="1391285" y="2455291"/>
                  </a:lnTo>
                  <a:lnTo>
                    <a:pt x="0" y="2455291"/>
                  </a:lnTo>
                  <a:close/>
                </a:path>
              </a:pathLst>
            </a:custGeom>
            <a:solidFill>
              <a:srgbClr val="252EA1">
                <a:alpha val="44706"/>
              </a:srgbClr>
            </a:solidFill>
          </p:spPr>
        </p:sp>
      </p:grpSp>
      <p:grpSp>
        <p:nvGrpSpPr>
          <p:cNvPr name="Group 58" id="58"/>
          <p:cNvGrpSpPr/>
          <p:nvPr/>
        </p:nvGrpSpPr>
        <p:grpSpPr>
          <a:xfrm rot="0">
            <a:off x="14638639" y="2005927"/>
            <a:ext cx="2455250" cy="2455250"/>
            <a:chOff x="0" y="0"/>
            <a:chExt cx="3273666" cy="3273666"/>
          </a:xfrm>
        </p:grpSpPr>
        <p:sp>
          <p:nvSpPr>
            <p:cNvPr name="Freeform 59" id="59"/>
            <p:cNvSpPr/>
            <p:nvPr/>
          </p:nvSpPr>
          <p:spPr>
            <a:xfrm flipH="false" flipV="false" rot="0">
              <a:off x="0" y="0"/>
              <a:ext cx="3273679" cy="3273679"/>
            </a:xfrm>
            <a:custGeom>
              <a:avLst/>
              <a:gdLst/>
              <a:ahLst/>
              <a:cxnLst/>
              <a:rect r="r" b="b" t="t" l="l"/>
              <a:pathLst>
                <a:path h="3273679" w="3273679">
                  <a:moveTo>
                    <a:pt x="3273679" y="0"/>
                  </a:moveTo>
                  <a:lnTo>
                    <a:pt x="3273679" y="1391285"/>
                  </a:lnTo>
                  <a:lnTo>
                    <a:pt x="1391285" y="3273679"/>
                  </a:lnTo>
                  <a:lnTo>
                    <a:pt x="0" y="3273679"/>
                  </a:lnTo>
                  <a:close/>
                </a:path>
              </a:pathLst>
            </a:custGeom>
            <a:solidFill>
              <a:srgbClr val="242796">
                <a:alpha val="29020"/>
              </a:srgbClr>
            </a:solidFill>
          </p:spPr>
        </p:sp>
      </p:grpSp>
      <p:grpSp>
        <p:nvGrpSpPr>
          <p:cNvPr name="Group 60" id="60"/>
          <p:cNvGrpSpPr/>
          <p:nvPr/>
        </p:nvGrpSpPr>
        <p:grpSpPr>
          <a:xfrm rot="0">
            <a:off x="14024820" y="1392117"/>
            <a:ext cx="3069069" cy="3069069"/>
            <a:chOff x="0" y="0"/>
            <a:chExt cx="4092092" cy="4092092"/>
          </a:xfrm>
        </p:grpSpPr>
        <p:sp>
          <p:nvSpPr>
            <p:cNvPr name="Freeform 61" id="61"/>
            <p:cNvSpPr/>
            <p:nvPr/>
          </p:nvSpPr>
          <p:spPr>
            <a:xfrm flipH="false" flipV="false" rot="0">
              <a:off x="0" y="0"/>
              <a:ext cx="4092067" cy="4092067"/>
            </a:xfrm>
            <a:custGeom>
              <a:avLst/>
              <a:gdLst/>
              <a:ahLst/>
              <a:cxnLst/>
              <a:rect r="r" b="b" t="t" l="l"/>
              <a:pathLst>
                <a:path h="4092067" w="4092067">
                  <a:moveTo>
                    <a:pt x="4092067" y="0"/>
                  </a:moveTo>
                  <a:lnTo>
                    <a:pt x="4092067" y="1391285"/>
                  </a:lnTo>
                  <a:lnTo>
                    <a:pt x="1391285" y="4092067"/>
                  </a:lnTo>
                  <a:lnTo>
                    <a:pt x="0" y="4092067"/>
                  </a:lnTo>
                  <a:close/>
                </a:path>
              </a:pathLst>
            </a:custGeom>
            <a:solidFill>
              <a:srgbClr val="23218A">
                <a:alpha val="15686"/>
              </a:srgbClr>
            </a:solidFill>
          </p:spPr>
        </p:sp>
      </p:grpSp>
      <p:grpSp>
        <p:nvGrpSpPr>
          <p:cNvPr name="Group 62" id="62"/>
          <p:cNvGrpSpPr/>
          <p:nvPr/>
        </p:nvGrpSpPr>
        <p:grpSpPr>
          <a:xfrm rot="0">
            <a:off x="13411010" y="778307"/>
            <a:ext cx="3682879" cy="3682879"/>
            <a:chOff x="0" y="0"/>
            <a:chExt cx="4910506" cy="4910506"/>
          </a:xfrm>
        </p:grpSpPr>
        <p:sp>
          <p:nvSpPr>
            <p:cNvPr name="Freeform 63" id="63"/>
            <p:cNvSpPr/>
            <p:nvPr/>
          </p:nvSpPr>
          <p:spPr>
            <a:xfrm flipH="false" flipV="false" rot="0">
              <a:off x="0" y="0"/>
              <a:ext cx="4910455" cy="4910455"/>
            </a:xfrm>
            <a:custGeom>
              <a:avLst/>
              <a:gdLst/>
              <a:ahLst/>
              <a:cxnLst/>
              <a:rect r="r" b="b" t="t" l="l"/>
              <a:pathLst>
                <a:path h="4910455" w="4910455">
                  <a:moveTo>
                    <a:pt x="4910455" y="0"/>
                  </a:moveTo>
                  <a:lnTo>
                    <a:pt x="4910455" y="1391285"/>
                  </a:lnTo>
                  <a:lnTo>
                    <a:pt x="1391285" y="4910455"/>
                  </a:lnTo>
                  <a:lnTo>
                    <a:pt x="0" y="4910455"/>
                  </a:lnTo>
                  <a:close/>
                </a:path>
              </a:pathLst>
            </a:custGeom>
            <a:solidFill>
              <a:srgbClr val="211A7F">
                <a:alpha val="7059"/>
              </a:srgbClr>
            </a:solidFill>
          </p:spPr>
        </p:sp>
      </p:grpSp>
      <p:grpSp>
        <p:nvGrpSpPr>
          <p:cNvPr name="Group 64" id="64"/>
          <p:cNvGrpSpPr/>
          <p:nvPr/>
        </p:nvGrpSpPr>
        <p:grpSpPr>
          <a:xfrm rot="0">
            <a:off x="13411010" y="778307"/>
            <a:ext cx="3682879" cy="3682879"/>
            <a:chOff x="0" y="0"/>
            <a:chExt cx="4910506" cy="4910506"/>
          </a:xfrm>
        </p:grpSpPr>
        <p:sp>
          <p:nvSpPr>
            <p:cNvPr name="Freeform 65" id="65"/>
            <p:cNvSpPr/>
            <p:nvPr/>
          </p:nvSpPr>
          <p:spPr>
            <a:xfrm flipH="false" flipV="false" rot="0">
              <a:off x="0" y="0"/>
              <a:ext cx="4910455" cy="4910455"/>
            </a:xfrm>
            <a:custGeom>
              <a:avLst/>
              <a:gdLst/>
              <a:ahLst/>
              <a:cxnLst/>
              <a:rect r="r" b="b" t="t" l="l"/>
              <a:pathLst>
                <a:path h="4910455" w="4910455">
                  <a:moveTo>
                    <a:pt x="4092067" y="0"/>
                  </a:moveTo>
                  <a:lnTo>
                    <a:pt x="4910455" y="0"/>
                  </a:lnTo>
                  <a:lnTo>
                    <a:pt x="4910455" y="572897"/>
                  </a:lnTo>
                  <a:lnTo>
                    <a:pt x="572897" y="4910455"/>
                  </a:lnTo>
                  <a:lnTo>
                    <a:pt x="0" y="4910455"/>
                  </a:lnTo>
                  <a:lnTo>
                    <a:pt x="0" y="4092067"/>
                  </a:lnTo>
                  <a:close/>
                </a:path>
              </a:pathLst>
            </a:custGeom>
            <a:solidFill>
              <a:srgbClr val="201474">
                <a:alpha val="1569"/>
              </a:srgbClr>
            </a:solidFill>
          </p:spPr>
        </p:sp>
      </p:grpSp>
      <p:grpSp>
        <p:nvGrpSpPr>
          <p:cNvPr name="Group 66" id="66"/>
          <p:cNvGrpSpPr/>
          <p:nvPr/>
        </p:nvGrpSpPr>
        <p:grpSpPr>
          <a:xfrm rot="0">
            <a:off x="13411010" y="778307"/>
            <a:ext cx="3498733" cy="3498733"/>
            <a:chOff x="0" y="0"/>
            <a:chExt cx="4664977" cy="4664977"/>
          </a:xfrm>
        </p:grpSpPr>
        <p:sp>
          <p:nvSpPr>
            <p:cNvPr name="Freeform 67" id="67"/>
            <p:cNvSpPr/>
            <p:nvPr/>
          </p:nvSpPr>
          <p:spPr>
            <a:xfrm flipH="false" flipV="false" rot="0">
              <a:off x="0" y="0"/>
              <a:ext cx="4664964" cy="4664964"/>
            </a:xfrm>
            <a:custGeom>
              <a:avLst/>
              <a:gdLst/>
              <a:ahLst/>
              <a:cxnLst/>
              <a:rect r="r" b="b" t="t" l="l"/>
              <a:pathLst>
                <a:path h="4664964" w="4664964">
                  <a:moveTo>
                    <a:pt x="3273679" y="0"/>
                  </a:moveTo>
                  <a:lnTo>
                    <a:pt x="4664964" y="0"/>
                  </a:lnTo>
                  <a:lnTo>
                    <a:pt x="0" y="4664964"/>
                  </a:lnTo>
                  <a:lnTo>
                    <a:pt x="0" y="3273679"/>
                  </a:lnTo>
                  <a:close/>
                </a:path>
              </a:pathLst>
            </a:custGeom>
            <a:solidFill>
              <a:srgbClr val="1F0D69">
                <a:alpha val="0"/>
              </a:srgbClr>
            </a:solidFill>
          </p:spPr>
        </p:sp>
      </p:grpSp>
      <p:grpSp>
        <p:nvGrpSpPr>
          <p:cNvPr name="Group 68" id="68"/>
          <p:cNvGrpSpPr/>
          <p:nvPr/>
        </p:nvGrpSpPr>
        <p:grpSpPr>
          <a:xfrm rot="0">
            <a:off x="16977208" y="2450221"/>
            <a:ext cx="573776" cy="573776"/>
            <a:chOff x="0" y="0"/>
            <a:chExt cx="765035" cy="765035"/>
          </a:xfrm>
        </p:grpSpPr>
        <p:sp>
          <p:nvSpPr>
            <p:cNvPr name="Freeform 69" id="69"/>
            <p:cNvSpPr/>
            <p:nvPr/>
          </p:nvSpPr>
          <p:spPr>
            <a:xfrm flipH="false" flipV="false" rot="0">
              <a:off x="0" y="0"/>
              <a:ext cx="765048" cy="765048"/>
            </a:xfrm>
            <a:custGeom>
              <a:avLst/>
              <a:gdLst/>
              <a:ahLst/>
              <a:cxnLst/>
              <a:rect r="r" b="b" t="t" l="l"/>
              <a:pathLst>
                <a:path h="765048" w="765048">
                  <a:moveTo>
                    <a:pt x="765048" y="0"/>
                  </a:moveTo>
                  <a:lnTo>
                    <a:pt x="765048" y="382524"/>
                  </a:lnTo>
                  <a:lnTo>
                    <a:pt x="382524" y="765048"/>
                  </a:lnTo>
                  <a:lnTo>
                    <a:pt x="0" y="765048"/>
                  </a:lnTo>
                  <a:close/>
                </a:path>
              </a:pathLst>
            </a:custGeom>
            <a:solidFill>
              <a:srgbClr val="2634AC">
                <a:alpha val="63922"/>
              </a:srgbClr>
            </a:solidFill>
          </p:spPr>
        </p:sp>
      </p:grpSp>
      <p:grpSp>
        <p:nvGrpSpPr>
          <p:cNvPr name="Group 70" id="70"/>
          <p:cNvGrpSpPr/>
          <p:nvPr/>
        </p:nvGrpSpPr>
        <p:grpSpPr>
          <a:xfrm rot="0">
            <a:off x="16690324" y="2163328"/>
            <a:ext cx="860669" cy="860669"/>
            <a:chOff x="0" y="0"/>
            <a:chExt cx="1147559" cy="1147559"/>
          </a:xfrm>
        </p:grpSpPr>
        <p:sp>
          <p:nvSpPr>
            <p:cNvPr name="Freeform 71" id="71"/>
            <p:cNvSpPr/>
            <p:nvPr/>
          </p:nvSpPr>
          <p:spPr>
            <a:xfrm flipH="false" flipV="false" rot="0">
              <a:off x="0" y="0"/>
              <a:ext cx="1147572" cy="1147572"/>
            </a:xfrm>
            <a:custGeom>
              <a:avLst/>
              <a:gdLst/>
              <a:ahLst/>
              <a:cxnLst/>
              <a:rect r="r" b="b" t="t" l="l"/>
              <a:pathLst>
                <a:path h="1147572" w="1147572">
                  <a:moveTo>
                    <a:pt x="1147572" y="0"/>
                  </a:moveTo>
                  <a:lnTo>
                    <a:pt x="1147572" y="650240"/>
                  </a:lnTo>
                  <a:lnTo>
                    <a:pt x="650240" y="1147572"/>
                  </a:lnTo>
                  <a:lnTo>
                    <a:pt x="0" y="1147572"/>
                  </a:lnTo>
                  <a:close/>
                </a:path>
              </a:pathLst>
            </a:custGeom>
            <a:solidFill>
              <a:srgbClr val="252EA1">
                <a:alpha val="44706"/>
              </a:srgbClr>
            </a:solidFill>
          </p:spPr>
        </p:sp>
      </p:grpSp>
      <p:grpSp>
        <p:nvGrpSpPr>
          <p:cNvPr name="Group 72" id="72"/>
          <p:cNvGrpSpPr/>
          <p:nvPr/>
        </p:nvGrpSpPr>
        <p:grpSpPr>
          <a:xfrm rot="0">
            <a:off x="16403431" y="1876444"/>
            <a:ext cx="1147553" cy="1147553"/>
            <a:chOff x="0" y="0"/>
            <a:chExt cx="1530071" cy="1530071"/>
          </a:xfrm>
        </p:grpSpPr>
        <p:sp>
          <p:nvSpPr>
            <p:cNvPr name="Freeform 73" id="73"/>
            <p:cNvSpPr/>
            <p:nvPr/>
          </p:nvSpPr>
          <p:spPr>
            <a:xfrm flipH="false" flipV="false" rot="0">
              <a:off x="0" y="0"/>
              <a:ext cx="1530096" cy="1530096"/>
            </a:xfrm>
            <a:custGeom>
              <a:avLst/>
              <a:gdLst/>
              <a:ahLst/>
              <a:cxnLst/>
              <a:rect r="r" b="b" t="t" l="l"/>
              <a:pathLst>
                <a:path h="1530096" w="1530096">
                  <a:moveTo>
                    <a:pt x="1530096" y="0"/>
                  </a:moveTo>
                  <a:lnTo>
                    <a:pt x="1530096" y="650240"/>
                  </a:lnTo>
                  <a:lnTo>
                    <a:pt x="650240" y="1530096"/>
                  </a:lnTo>
                  <a:lnTo>
                    <a:pt x="0" y="1530096"/>
                  </a:lnTo>
                  <a:close/>
                </a:path>
              </a:pathLst>
            </a:custGeom>
            <a:solidFill>
              <a:srgbClr val="242796">
                <a:alpha val="29020"/>
              </a:srgbClr>
            </a:solidFill>
          </p:spPr>
        </p:sp>
      </p:grpSp>
      <p:grpSp>
        <p:nvGrpSpPr>
          <p:cNvPr name="Group 74" id="74"/>
          <p:cNvGrpSpPr/>
          <p:nvPr/>
        </p:nvGrpSpPr>
        <p:grpSpPr>
          <a:xfrm rot="0">
            <a:off x="16116548" y="1589551"/>
            <a:ext cx="1434446" cy="1434446"/>
            <a:chOff x="0" y="0"/>
            <a:chExt cx="1912595" cy="1912595"/>
          </a:xfrm>
        </p:grpSpPr>
        <p:sp>
          <p:nvSpPr>
            <p:cNvPr name="Freeform 75" id="75"/>
            <p:cNvSpPr/>
            <p:nvPr/>
          </p:nvSpPr>
          <p:spPr>
            <a:xfrm flipH="false" flipV="false" rot="0">
              <a:off x="0" y="0"/>
              <a:ext cx="1912620" cy="1912620"/>
            </a:xfrm>
            <a:custGeom>
              <a:avLst/>
              <a:gdLst/>
              <a:ahLst/>
              <a:cxnLst/>
              <a:rect r="r" b="b" t="t" l="l"/>
              <a:pathLst>
                <a:path h="1912620" w="1912620">
                  <a:moveTo>
                    <a:pt x="1912620" y="0"/>
                  </a:moveTo>
                  <a:lnTo>
                    <a:pt x="1912620" y="650240"/>
                  </a:lnTo>
                  <a:lnTo>
                    <a:pt x="650240" y="1912620"/>
                  </a:lnTo>
                  <a:lnTo>
                    <a:pt x="0" y="1912620"/>
                  </a:lnTo>
                  <a:close/>
                </a:path>
              </a:pathLst>
            </a:custGeom>
            <a:solidFill>
              <a:srgbClr val="23218A">
                <a:alpha val="15686"/>
              </a:srgbClr>
            </a:solidFill>
          </p:spPr>
        </p:sp>
      </p:grpSp>
      <p:grpSp>
        <p:nvGrpSpPr>
          <p:cNvPr name="Group 76" id="76"/>
          <p:cNvGrpSpPr/>
          <p:nvPr/>
        </p:nvGrpSpPr>
        <p:grpSpPr>
          <a:xfrm rot="0">
            <a:off x="15829655" y="1302668"/>
            <a:ext cx="1721329" cy="1721329"/>
            <a:chOff x="0" y="0"/>
            <a:chExt cx="2295106" cy="2295106"/>
          </a:xfrm>
        </p:grpSpPr>
        <p:sp>
          <p:nvSpPr>
            <p:cNvPr name="Freeform 77" id="77"/>
            <p:cNvSpPr/>
            <p:nvPr/>
          </p:nvSpPr>
          <p:spPr>
            <a:xfrm flipH="false" flipV="false" rot="0">
              <a:off x="0" y="0"/>
              <a:ext cx="2295144" cy="2295144"/>
            </a:xfrm>
            <a:custGeom>
              <a:avLst/>
              <a:gdLst/>
              <a:ahLst/>
              <a:cxnLst/>
              <a:rect r="r" b="b" t="t" l="l"/>
              <a:pathLst>
                <a:path h="2295144" w="2295144">
                  <a:moveTo>
                    <a:pt x="2295144" y="0"/>
                  </a:moveTo>
                  <a:lnTo>
                    <a:pt x="2295144" y="650240"/>
                  </a:lnTo>
                  <a:lnTo>
                    <a:pt x="650240" y="2295144"/>
                  </a:lnTo>
                  <a:lnTo>
                    <a:pt x="0" y="2295144"/>
                  </a:lnTo>
                  <a:close/>
                </a:path>
              </a:pathLst>
            </a:custGeom>
            <a:solidFill>
              <a:srgbClr val="211A7F">
                <a:alpha val="7059"/>
              </a:srgbClr>
            </a:solidFill>
          </p:spPr>
        </p:sp>
      </p:grpSp>
      <p:grpSp>
        <p:nvGrpSpPr>
          <p:cNvPr name="Group 78" id="78"/>
          <p:cNvGrpSpPr/>
          <p:nvPr/>
        </p:nvGrpSpPr>
        <p:grpSpPr>
          <a:xfrm rot="0">
            <a:off x="15829655" y="1302668"/>
            <a:ext cx="1721329" cy="1721329"/>
            <a:chOff x="0" y="0"/>
            <a:chExt cx="2295106" cy="2295106"/>
          </a:xfrm>
        </p:grpSpPr>
        <p:sp>
          <p:nvSpPr>
            <p:cNvPr name="Freeform 79" id="79"/>
            <p:cNvSpPr/>
            <p:nvPr/>
          </p:nvSpPr>
          <p:spPr>
            <a:xfrm flipH="false" flipV="false" rot="0">
              <a:off x="0" y="0"/>
              <a:ext cx="2295144" cy="2295144"/>
            </a:xfrm>
            <a:custGeom>
              <a:avLst/>
              <a:gdLst/>
              <a:ahLst/>
              <a:cxnLst/>
              <a:rect r="r" b="b" t="t" l="l"/>
              <a:pathLst>
                <a:path h="2295144" w="2295144">
                  <a:moveTo>
                    <a:pt x="1912620" y="0"/>
                  </a:moveTo>
                  <a:lnTo>
                    <a:pt x="2295144" y="0"/>
                  </a:lnTo>
                  <a:lnTo>
                    <a:pt x="2295144" y="267716"/>
                  </a:lnTo>
                  <a:lnTo>
                    <a:pt x="267716" y="2295144"/>
                  </a:lnTo>
                  <a:lnTo>
                    <a:pt x="0" y="2295144"/>
                  </a:lnTo>
                  <a:lnTo>
                    <a:pt x="0" y="1912620"/>
                  </a:lnTo>
                  <a:close/>
                </a:path>
              </a:pathLst>
            </a:custGeom>
            <a:solidFill>
              <a:srgbClr val="201474">
                <a:alpha val="1569"/>
              </a:srgbClr>
            </a:solidFill>
          </p:spPr>
        </p:sp>
      </p:grpSp>
      <p:grpSp>
        <p:nvGrpSpPr>
          <p:cNvPr name="Group 80" id="80"/>
          <p:cNvGrpSpPr/>
          <p:nvPr/>
        </p:nvGrpSpPr>
        <p:grpSpPr>
          <a:xfrm rot="0">
            <a:off x="15829655" y="1302668"/>
            <a:ext cx="1635262" cy="1635262"/>
            <a:chOff x="0" y="0"/>
            <a:chExt cx="2180349" cy="2180349"/>
          </a:xfrm>
        </p:grpSpPr>
        <p:sp>
          <p:nvSpPr>
            <p:cNvPr name="Freeform 81" id="81"/>
            <p:cNvSpPr/>
            <p:nvPr/>
          </p:nvSpPr>
          <p:spPr>
            <a:xfrm flipH="false" flipV="false" rot="0">
              <a:off x="0" y="0"/>
              <a:ext cx="2180336" cy="2180336"/>
            </a:xfrm>
            <a:custGeom>
              <a:avLst/>
              <a:gdLst/>
              <a:ahLst/>
              <a:cxnLst/>
              <a:rect r="r" b="b" t="t" l="l"/>
              <a:pathLst>
                <a:path h="2180336" w="2180336">
                  <a:moveTo>
                    <a:pt x="1530096" y="0"/>
                  </a:moveTo>
                  <a:lnTo>
                    <a:pt x="2180336" y="0"/>
                  </a:lnTo>
                  <a:lnTo>
                    <a:pt x="0" y="2180336"/>
                  </a:lnTo>
                  <a:lnTo>
                    <a:pt x="0" y="1530096"/>
                  </a:lnTo>
                  <a:close/>
                </a:path>
              </a:pathLst>
            </a:custGeom>
            <a:solidFill>
              <a:srgbClr val="1F0D69">
                <a:alpha val="0"/>
              </a:srgbClr>
            </a:solidFill>
          </p:spPr>
        </p:sp>
      </p:grpSp>
      <p:grpSp>
        <p:nvGrpSpPr>
          <p:cNvPr name="Group 82" id="82"/>
          <p:cNvGrpSpPr/>
          <p:nvPr/>
        </p:nvGrpSpPr>
        <p:grpSpPr>
          <a:xfrm rot="0">
            <a:off x="547897" y="373570"/>
            <a:ext cx="418252" cy="494300"/>
            <a:chOff x="0" y="0"/>
            <a:chExt cx="557670" cy="659066"/>
          </a:xfrm>
        </p:grpSpPr>
        <p:sp>
          <p:nvSpPr>
            <p:cNvPr name="Freeform 83" id="83"/>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84" id="84"/>
          <p:cNvGrpSpPr/>
          <p:nvPr/>
        </p:nvGrpSpPr>
        <p:grpSpPr>
          <a:xfrm rot="0">
            <a:off x="547897" y="373570"/>
            <a:ext cx="418252" cy="494300"/>
            <a:chOff x="0" y="0"/>
            <a:chExt cx="557670" cy="659066"/>
          </a:xfrm>
        </p:grpSpPr>
        <p:sp>
          <p:nvSpPr>
            <p:cNvPr name="Freeform 85" id="85"/>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86" id="86"/>
          <p:cNvGrpSpPr/>
          <p:nvPr/>
        </p:nvGrpSpPr>
        <p:grpSpPr>
          <a:xfrm rot="0">
            <a:off x="547897" y="373570"/>
            <a:ext cx="418252" cy="494300"/>
            <a:chOff x="0" y="0"/>
            <a:chExt cx="557670" cy="659066"/>
          </a:xfrm>
        </p:grpSpPr>
        <p:sp>
          <p:nvSpPr>
            <p:cNvPr name="Freeform 87" id="87"/>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88" id="88"/>
          <p:cNvGrpSpPr/>
          <p:nvPr/>
        </p:nvGrpSpPr>
        <p:grpSpPr>
          <a:xfrm rot="0">
            <a:off x="547897" y="373570"/>
            <a:ext cx="418252" cy="494300"/>
            <a:chOff x="0" y="0"/>
            <a:chExt cx="557670" cy="659066"/>
          </a:xfrm>
        </p:grpSpPr>
        <p:sp>
          <p:nvSpPr>
            <p:cNvPr name="Freeform 89" id="89"/>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90" id="90"/>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91" id="91"/>
          <p:cNvSpPr txBox="true"/>
          <p:nvPr/>
        </p:nvSpPr>
        <p:spPr>
          <a:xfrm rot="0">
            <a:off x="8722804" y="1243613"/>
            <a:ext cx="1601591" cy="438864"/>
          </a:xfrm>
          <a:prstGeom prst="rect">
            <a:avLst/>
          </a:prstGeom>
        </p:spPr>
        <p:txBody>
          <a:bodyPr anchor="t" rtlCol="false" tIns="0" lIns="0" bIns="0" rIns="0">
            <a:spAutoFit/>
          </a:bodyPr>
          <a:lstStyle/>
          <a:p>
            <a:pPr algn="l">
              <a:lnSpc>
                <a:spcPts val="3242"/>
              </a:lnSpc>
            </a:pPr>
            <a:r>
              <a:rPr lang="en-US" sz="1801" spc="150">
                <a:solidFill>
                  <a:srgbClr val="C4ECFF"/>
                </a:solidFill>
                <a:latin typeface="DM Sans"/>
                <a:ea typeface="DM Sans"/>
                <a:cs typeface="DM Sans"/>
                <a:sym typeface="DM Sans"/>
              </a:rPr>
              <a:t>CONTEXTO</a:t>
            </a:r>
          </a:p>
        </p:txBody>
      </p:sp>
      <p:sp>
        <p:nvSpPr>
          <p:cNvPr name="TextBox 92" id="92"/>
          <p:cNvSpPr txBox="true"/>
          <p:nvPr/>
        </p:nvSpPr>
        <p:spPr>
          <a:xfrm rot="0">
            <a:off x="8722804" y="1867510"/>
            <a:ext cx="7284453" cy="1556890"/>
          </a:xfrm>
          <a:prstGeom prst="rect">
            <a:avLst/>
          </a:prstGeom>
        </p:spPr>
        <p:txBody>
          <a:bodyPr anchor="t" rtlCol="false" tIns="0" lIns="0" bIns="0" rIns="0">
            <a:spAutoFit/>
          </a:bodyPr>
          <a:lstStyle/>
          <a:p>
            <a:pPr algn="l">
              <a:lnSpc>
                <a:spcPts val="6485"/>
              </a:lnSpc>
            </a:pPr>
            <a:r>
              <a:rPr lang="en-US" sz="5404">
                <a:solidFill>
                  <a:srgbClr val="C4ECFF"/>
                </a:solidFill>
                <a:latin typeface="Arimo"/>
                <a:ea typeface="Arimo"/>
                <a:cs typeface="Arimo"/>
                <a:sym typeface="Arimo"/>
              </a:rPr>
              <a:t>El problema</a:t>
            </a:r>
          </a:p>
        </p:txBody>
      </p:sp>
      <p:grpSp>
        <p:nvGrpSpPr>
          <p:cNvPr name="Group 93" id="93"/>
          <p:cNvGrpSpPr/>
          <p:nvPr/>
        </p:nvGrpSpPr>
        <p:grpSpPr>
          <a:xfrm rot="0">
            <a:off x="8679409" y="3997223"/>
            <a:ext cx="1147553" cy="219208"/>
            <a:chOff x="0" y="0"/>
            <a:chExt cx="1530071" cy="292278"/>
          </a:xfrm>
        </p:grpSpPr>
        <p:sp>
          <p:nvSpPr>
            <p:cNvPr name="Freeform 94" id="94"/>
            <p:cNvSpPr/>
            <p:nvPr/>
          </p:nvSpPr>
          <p:spPr>
            <a:xfrm flipH="false" flipV="false" rot="0">
              <a:off x="0" y="0"/>
              <a:ext cx="1530096" cy="292227"/>
            </a:xfrm>
            <a:custGeom>
              <a:avLst/>
              <a:gdLst/>
              <a:ahLst/>
              <a:cxnLst/>
              <a:rect r="r" b="b" t="t" l="l"/>
              <a:pathLst>
                <a:path h="292227" w="1530096">
                  <a:moveTo>
                    <a:pt x="0" y="0"/>
                  </a:moveTo>
                  <a:lnTo>
                    <a:pt x="1530096" y="0"/>
                  </a:lnTo>
                  <a:lnTo>
                    <a:pt x="0" y="292227"/>
                  </a:lnTo>
                  <a:close/>
                </a:path>
              </a:pathLst>
            </a:custGeom>
            <a:solidFill>
              <a:srgbClr val="273DBB"/>
            </a:solidFill>
          </p:spPr>
        </p:sp>
      </p:grpSp>
      <p:grpSp>
        <p:nvGrpSpPr>
          <p:cNvPr name="Group 95" id="95"/>
          <p:cNvGrpSpPr/>
          <p:nvPr/>
        </p:nvGrpSpPr>
        <p:grpSpPr>
          <a:xfrm rot="0">
            <a:off x="8679409" y="3997223"/>
            <a:ext cx="2295106" cy="438407"/>
            <a:chOff x="0" y="0"/>
            <a:chExt cx="3060141" cy="584543"/>
          </a:xfrm>
        </p:grpSpPr>
        <p:sp>
          <p:nvSpPr>
            <p:cNvPr name="Freeform 96" id="96"/>
            <p:cNvSpPr/>
            <p:nvPr/>
          </p:nvSpPr>
          <p:spPr>
            <a:xfrm flipH="false" flipV="false" rot="0">
              <a:off x="0" y="0"/>
              <a:ext cx="3060192" cy="584581"/>
            </a:xfrm>
            <a:custGeom>
              <a:avLst/>
              <a:gdLst/>
              <a:ahLst/>
              <a:cxnLst/>
              <a:rect r="r" b="b" t="t" l="l"/>
              <a:pathLst>
                <a:path h="584581" w="3060192">
                  <a:moveTo>
                    <a:pt x="458978" y="0"/>
                  </a:moveTo>
                  <a:lnTo>
                    <a:pt x="3060192" y="0"/>
                  </a:lnTo>
                  <a:lnTo>
                    <a:pt x="0" y="584581"/>
                  </a:lnTo>
                  <a:lnTo>
                    <a:pt x="0" y="87630"/>
                  </a:lnTo>
                  <a:close/>
                </a:path>
              </a:pathLst>
            </a:custGeom>
            <a:solidFill>
              <a:srgbClr val="253AB6"/>
            </a:solidFill>
          </p:spPr>
        </p:sp>
      </p:grpSp>
      <p:grpSp>
        <p:nvGrpSpPr>
          <p:cNvPr name="Group 97" id="97"/>
          <p:cNvGrpSpPr/>
          <p:nvPr/>
        </p:nvGrpSpPr>
        <p:grpSpPr>
          <a:xfrm rot="0">
            <a:off x="8679409" y="3997223"/>
            <a:ext cx="3442659" cy="657616"/>
            <a:chOff x="0" y="0"/>
            <a:chExt cx="4590212" cy="876821"/>
          </a:xfrm>
        </p:grpSpPr>
        <p:sp>
          <p:nvSpPr>
            <p:cNvPr name="Freeform 98" id="98"/>
            <p:cNvSpPr/>
            <p:nvPr/>
          </p:nvSpPr>
          <p:spPr>
            <a:xfrm flipH="false" flipV="false" rot="0">
              <a:off x="0" y="0"/>
              <a:ext cx="4590161" cy="876808"/>
            </a:xfrm>
            <a:custGeom>
              <a:avLst/>
              <a:gdLst/>
              <a:ahLst/>
              <a:cxnLst/>
              <a:rect r="r" b="b" t="t" l="l"/>
              <a:pathLst>
                <a:path h="876808" w="4590161">
                  <a:moveTo>
                    <a:pt x="1989074" y="0"/>
                  </a:moveTo>
                  <a:lnTo>
                    <a:pt x="4590161" y="0"/>
                  </a:lnTo>
                  <a:lnTo>
                    <a:pt x="0" y="876808"/>
                  </a:lnTo>
                  <a:lnTo>
                    <a:pt x="0" y="379984"/>
                  </a:lnTo>
                  <a:close/>
                </a:path>
              </a:pathLst>
            </a:custGeom>
            <a:solidFill>
              <a:srgbClr val="2437B1"/>
            </a:solidFill>
          </p:spPr>
        </p:sp>
      </p:grpSp>
      <p:grpSp>
        <p:nvGrpSpPr>
          <p:cNvPr name="Group 99" id="99"/>
          <p:cNvGrpSpPr/>
          <p:nvPr/>
        </p:nvGrpSpPr>
        <p:grpSpPr>
          <a:xfrm rot="0">
            <a:off x="8679409" y="3997223"/>
            <a:ext cx="4590221" cy="876824"/>
            <a:chOff x="0" y="0"/>
            <a:chExt cx="6120295" cy="1169098"/>
          </a:xfrm>
        </p:grpSpPr>
        <p:sp>
          <p:nvSpPr>
            <p:cNvPr name="Freeform 100" id="100"/>
            <p:cNvSpPr/>
            <p:nvPr/>
          </p:nvSpPr>
          <p:spPr>
            <a:xfrm flipH="false" flipV="false" rot="0">
              <a:off x="0" y="0"/>
              <a:ext cx="6120257" cy="1169035"/>
            </a:xfrm>
            <a:custGeom>
              <a:avLst/>
              <a:gdLst/>
              <a:ahLst/>
              <a:cxnLst/>
              <a:rect r="r" b="b" t="t" l="l"/>
              <a:pathLst>
                <a:path h="1169035" w="6120257">
                  <a:moveTo>
                    <a:pt x="3519170" y="0"/>
                  </a:moveTo>
                  <a:lnTo>
                    <a:pt x="6120257" y="0"/>
                  </a:lnTo>
                  <a:lnTo>
                    <a:pt x="0" y="1169035"/>
                  </a:lnTo>
                  <a:lnTo>
                    <a:pt x="0" y="672211"/>
                  </a:lnTo>
                  <a:close/>
                </a:path>
              </a:pathLst>
            </a:custGeom>
            <a:solidFill>
              <a:srgbClr val="2234AC"/>
            </a:solidFill>
          </p:spPr>
        </p:sp>
      </p:grpSp>
      <p:grpSp>
        <p:nvGrpSpPr>
          <p:cNvPr name="Group 101" id="101"/>
          <p:cNvGrpSpPr/>
          <p:nvPr/>
        </p:nvGrpSpPr>
        <p:grpSpPr>
          <a:xfrm rot="0">
            <a:off x="8679409" y="3997223"/>
            <a:ext cx="5737774" cy="1096023"/>
            <a:chOff x="0" y="0"/>
            <a:chExt cx="7650366" cy="1461364"/>
          </a:xfrm>
        </p:grpSpPr>
        <p:sp>
          <p:nvSpPr>
            <p:cNvPr name="Freeform 102" id="102"/>
            <p:cNvSpPr/>
            <p:nvPr/>
          </p:nvSpPr>
          <p:spPr>
            <a:xfrm flipH="false" flipV="false" rot="0">
              <a:off x="0" y="0"/>
              <a:ext cx="7650353" cy="1461389"/>
            </a:xfrm>
            <a:custGeom>
              <a:avLst/>
              <a:gdLst/>
              <a:ahLst/>
              <a:cxnLst/>
              <a:rect r="r" b="b" t="t" l="l"/>
              <a:pathLst>
                <a:path h="1461389" w="7650353">
                  <a:moveTo>
                    <a:pt x="5049266" y="0"/>
                  </a:moveTo>
                  <a:lnTo>
                    <a:pt x="7650353" y="0"/>
                  </a:lnTo>
                  <a:lnTo>
                    <a:pt x="0" y="1461389"/>
                  </a:lnTo>
                  <a:lnTo>
                    <a:pt x="0" y="964565"/>
                  </a:lnTo>
                  <a:close/>
                </a:path>
              </a:pathLst>
            </a:custGeom>
            <a:solidFill>
              <a:srgbClr val="2032A7"/>
            </a:solidFill>
          </p:spPr>
        </p:sp>
      </p:grpSp>
      <p:grpSp>
        <p:nvGrpSpPr>
          <p:cNvPr name="Group 103" id="103"/>
          <p:cNvGrpSpPr/>
          <p:nvPr/>
        </p:nvGrpSpPr>
        <p:grpSpPr>
          <a:xfrm rot="0">
            <a:off x="8679409" y="3997223"/>
            <a:ext cx="6885327" cy="1294724"/>
            <a:chOff x="0" y="0"/>
            <a:chExt cx="9180436" cy="1726298"/>
          </a:xfrm>
        </p:grpSpPr>
        <p:sp>
          <p:nvSpPr>
            <p:cNvPr name="Freeform 104" id="104"/>
            <p:cNvSpPr/>
            <p:nvPr/>
          </p:nvSpPr>
          <p:spPr>
            <a:xfrm flipH="false" flipV="false" rot="0">
              <a:off x="0" y="0"/>
              <a:ext cx="9180449" cy="1726311"/>
            </a:xfrm>
            <a:custGeom>
              <a:avLst/>
              <a:gdLst/>
              <a:ahLst/>
              <a:cxnLst/>
              <a:rect r="r" b="b" t="t" l="l"/>
              <a:pathLst>
                <a:path h="1726311" w="9180449">
                  <a:moveTo>
                    <a:pt x="6579362" y="0"/>
                  </a:moveTo>
                  <a:lnTo>
                    <a:pt x="9180449" y="0"/>
                  </a:lnTo>
                  <a:lnTo>
                    <a:pt x="143129" y="1726311"/>
                  </a:lnTo>
                  <a:lnTo>
                    <a:pt x="0" y="1583182"/>
                  </a:lnTo>
                  <a:lnTo>
                    <a:pt x="0" y="1256792"/>
                  </a:lnTo>
                  <a:close/>
                </a:path>
              </a:pathLst>
            </a:custGeom>
            <a:solidFill>
              <a:srgbClr val="1E2FA2"/>
            </a:solidFill>
          </p:spPr>
        </p:sp>
      </p:grpSp>
      <p:grpSp>
        <p:nvGrpSpPr>
          <p:cNvPr name="Group 105" id="105"/>
          <p:cNvGrpSpPr/>
          <p:nvPr/>
        </p:nvGrpSpPr>
        <p:grpSpPr>
          <a:xfrm rot="0">
            <a:off x="8679409" y="3997223"/>
            <a:ext cx="7351738" cy="1424835"/>
            <a:chOff x="0" y="0"/>
            <a:chExt cx="9802317" cy="1899780"/>
          </a:xfrm>
        </p:grpSpPr>
        <p:sp>
          <p:nvSpPr>
            <p:cNvPr name="Freeform 106" id="106"/>
            <p:cNvSpPr/>
            <p:nvPr/>
          </p:nvSpPr>
          <p:spPr>
            <a:xfrm flipH="false" flipV="false" rot="0">
              <a:off x="0" y="0"/>
              <a:ext cx="9802368" cy="1899793"/>
            </a:xfrm>
            <a:custGeom>
              <a:avLst/>
              <a:gdLst/>
              <a:ahLst/>
              <a:cxnLst/>
              <a:rect r="r" b="b" t="t" l="l"/>
              <a:pathLst>
                <a:path h="1899793" w="9802368">
                  <a:moveTo>
                    <a:pt x="8109331" y="0"/>
                  </a:moveTo>
                  <a:lnTo>
                    <a:pt x="9628886" y="0"/>
                  </a:lnTo>
                  <a:lnTo>
                    <a:pt x="9802368" y="173482"/>
                  </a:lnTo>
                  <a:lnTo>
                    <a:pt x="765048" y="1899793"/>
                  </a:lnTo>
                  <a:lnTo>
                    <a:pt x="316611" y="1899793"/>
                  </a:lnTo>
                  <a:lnTo>
                    <a:pt x="0" y="1583182"/>
                  </a:lnTo>
                  <a:lnTo>
                    <a:pt x="0" y="1549146"/>
                  </a:lnTo>
                  <a:close/>
                </a:path>
              </a:pathLst>
            </a:custGeom>
            <a:solidFill>
              <a:srgbClr val="1D2C9E"/>
            </a:solidFill>
          </p:spPr>
        </p:sp>
      </p:grpSp>
      <p:grpSp>
        <p:nvGrpSpPr>
          <p:cNvPr name="Group 107" id="107"/>
          <p:cNvGrpSpPr/>
          <p:nvPr/>
        </p:nvGrpSpPr>
        <p:grpSpPr>
          <a:xfrm rot="0">
            <a:off x="8841981" y="3998500"/>
            <a:ext cx="7296521" cy="1423559"/>
            <a:chOff x="0" y="0"/>
            <a:chExt cx="9728695" cy="1898079"/>
          </a:xfrm>
        </p:grpSpPr>
        <p:sp>
          <p:nvSpPr>
            <p:cNvPr name="Freeform 108" id="108"/>
            <p:cNvSpPr/>
            <p:nvPr/>
          </p:nvSpPr>
          <p:spPr>
            <a:xfrm flipH="false" flipV="false" rot="0">
              <a:off x="0" y="0"/>
              <a:ext cx="9728708" cy="1898015"/>
            </a:xfrm>
            <a:custGeom>
              <a:avLst/>
              <a:gdLst/>
              <a:ahLst/>
              <a:cxnLst/>
              <a:rect r="r" b="b" t="t" l="l"/>
              <a:pathLst>
                <a:path h="1898015" w="9728708">
                  <a:moveTo>
                    <a:pt x="9413748" y="0"/>
                  </a:moveTo>
                  <a:lnTo>
                    <a:pt x="9728708" y="314960"/>
                  </a:lnTo>
                  <a:lnTo>
                    <a:pt x="9728708" y="436753"/>
                  </a:lnTo>
                  <a:lnTo>
                    <a:pt x="2078355" y="1898015"/>
                  </a:lnTo>
                  <a:lnTo>
                    <a:pt x="99822" y="1898015"/>
                  </a:lnTo>
                  <a:lnTo>
                    <a:pt x="0" y="1798193"/>
                  </a:lnTo>
                  <a:close/>
                </a:path>
              </a:pathLst>
            </a:custGeom>
            <a:solidFill>
              <a:srgbClr val="1B2999"/>
            </a:solidFill>
          </p:spPr>
        </p:sp>
      </p:grpSp>
      <p:grpSp>
        <p:nvGrpSpPr>
          <p:cNvPr name="Group 109" id="109"/>
          <p:cNvGrpSpPr/>
          <p:nvPr/>
        </p:nvGrpSpPr>
        <p:grpSpPr>
          <a:xfrm rot="0">
            <a:off x="9597447" y="4182551"/>
            <a:ext cx="6541056" cy="1239507"/>
            <a:chOff x="0" y="0"/>
            <a:chExt cx="8721408" cy="1652676"/>
          </a:xfrm>
        </p:grpSpPr>
        <p:sp>
          <p:nvSpPr>
            <p:cNvPr name="Freeform 110" id="110"/>
            <p:cNvSpPr/>
            <p:nvPr/>
          </p:nvSpPr>
          <p:spPr>
            <a:xfrm flipH="false" flipV="false" rot="0">
              <a:off x="0" y="0"/>
              <a:ext cx="8721344" cy="1652651"/>
            </a:xfrm>
            <a:custGeom>
              <a:avLst/>
              <a:gdLst/>
              <a:ahLst/>
              <a:cxnLst/>
              <a:rect r="r" b="b" t="t" l="l"/>
              <a:pathLst>
                <a:path h="1652651" w="8721344">
                  <a:moveTo>
                    <a:pt x="8651875" y="0"/>
                  </a:moveTo>
                  <a:lnTo>
                    <a:pt x="8721344" y="69469"/>
                  </a:lnTo>
                  <a:lnTo>
                    <a:pt x="8721344" y="483489"/>
                  </a:lnTo>
                  <a:lnTo>
                    <a:pt x="2601087" y="1652651"/>
                  </a:lnTo>
                  <a:lnTo>
                    <a:pt x="0" y="1652651"/>
                  </a:lnTo>
                  <a:close/>
                </a:path>
              </a:pathLst>
            </a:custGeom>
            <a:solidFill>
              <a:srgbClr val="192694"/>
            </a:solidFill>
          </p:spPr>
        </p:sp>
      </p:grpSp>
      <p:grpSp>
        <p:nvGrpSpPr>
          <p:cNvPr name="Group 111" id="111"/>
          <p:cNvGrpSpPr/>
          <p:nvPr/>
        </p:nvGrpSpPr>
        <p:grpSpPr>
          <a:xfrm rot="0">
            <a:off x="10745000" y="4391797"/>
            <a:ext cx="5393503" cy="1030262"/>
            <a:chOff x="0" y="0"/>
            <a:chExt cx="7191337" cy="1373683"/>
          </a:xfrm>
        </p:grpSpPr>
        <p:sp>
          <p:nvSpPr>
            <p:cNvPr name="Freeform 112" id="112"/>
            <p:cNvSpPr/>
            <p:nvPr/>
          </p:nvSpPr>
          <p:spPr>
            <a:xfrm flipH="false" flipV="false" rot="0">
              <a:off x="0" y="0"/>
              <a:ext cx="7191375" cy="1373632"/>
            </a:xfrm>
            <a:custGeom>
              <a:avLst/>
              <a:gdLst/>
              <a:ahLst/>
              <a:cxnLst/>
              <a:rect r="r" b="b" t="t" l="l"/>
              <a:pathLst>
                <a:path h="1373632" w="7191375">
                  <a:moveTo>
                    <a:pt x="7191375" y="0"/>
                  </a:moveTo>
                  <a:lnTo>
                    <a:pt x="7191375" y="496824"/>
                  </a:lnTo>
                  <a:lnTo>
                    <a:pt x="2601087" y="1373632"/>
                  </a:lnTo>
                  <a:lnTo>
                    <a:pt x="0" y="1373632"/>
                  </a:lnTo>
                  <a:close/>
                </a:path>
              </a:pathLst>
            </a:custGeom>
            <a:solidFill>
              <a:srgbClr val="17248F"/>
            </a:solidFill>
          </p:spPr>
        </p:sp>
      </p:grpSp>
      <p:grpSp>
        <p:nvGrpSpPr>
          <p:cNvPr name="Group 113" id="113"/>
          <p:cNvGrpSpPr/>
          <p:nvPr/>
        </p:nvGrpSpPr>
        <p:grpSpPr>
          <a:xfrm rot="0">
            <a:off x="11892563" y="4610995"/>
            <a:ext cx="4245950" cy="811063"/>
            <a:chOff x="0" y="0"/>
            <a:chExt cx="5661266" cy="1081418"/>
          </a:xfrm>
        </p:grpSpPr>
        <p:sp>
          <p:nvSpPr>
            <p:cNvPr name="Freeform 114" id="114"/>
            <p:cNvSpPr/>
            <p:nvPr/>
          </p:nvSpPr>
          <p:spPr>
            <a:xfrm flipH="false" flipV="false" rot="0">
              <a:off x="0" y="0"/>
              <a:ext cx="5661279" cy="1081405"/>
            </a:xfrm>
            <a:custGeom>
              <a:avLst/>
              <a:gdLst/>
              <a:ahLst/>
              <a:cxnLst/>
              <a:rect r="r" b="b" t="t" l="l"/>
              <a:pathLst>
                <a:path h="1081405" w="5661279">
                  <a:moveTo>
                    <a:pt x="5661279" y="0"/>
                  </a:moveTo>
                  <a:lnTo>
                    <a:pt x="5661279" y="496824"/>
                  </a:lnTo>
                  <a:lnTo>
                    <a:pt x="2601087" y="1081405"/>
                  </a:lnTo>
                  <a:lnTo>
                    <a:pt x="0" y="1081405"/>
                  </a:lnTo>
                  <a:close/>
                </a:path>
              </a:pathLst>
            </a:custGeom>
            <a:solidFill>
              <a:srgbClr val="15218A"/>
            </a:solidFill>
          </p:spPr>
        </p:sp>
      </p:grpSp>
      <p:grpSp>
        <p:nvGrpSpPr>
          <p:cNvPr name="Group 115" id="115"/>
          <p:cNvGrpSpPr/>
          <p:nvPr/>
        </p:nvGrpSpPr>
        <p:grpSpPr>
          <a:xfrm rot="0">
            <a:off x="13040116" y="4830204"/>
            <a:ext cx="3098397" cy="591855"/>
            <a:chOff x="0" y="0"/>
            <a:chExt cx="4131196" cy="789140"/>
          </a:xfrm>
        </p:grpSpPr>
        <p:sp>
          <p:nvSpPr>
            <p:cNvPr name="Freeform 116" id="116"/>
            <p:cNvSpPr/>
            <p:nvPr/>
          </p:nvSpPr>
          <p:spPr>
            <a:xfrm flipH="false" flipV="false" rot="0">
              <a:off x="0" y="0"/>
              <a:ext cx="4131183" cy="789178"/>
            </a:xfrm>
            <a:custGeom>
              <a:avLst/>
              <a:gdLst/>
              <a:ahLst/>
              <a:cxnLst/>
              <a:rect r="r" b="b" t="t" l="l"/>
              <a:pathLst>
                <a:path h="789178" w="4131183">
                  <a:moveTo>
                    <a:pt x="4131183" y="0"/>
                  </a:moveTo>
                  <a:lnTo>
                    <a:pt x="4131183" y="496824"/>
                  </a:lnTo>
                  <a:lnTo>
                    <a:pt x="2601087" y="789178"/>
                  </a:lnTo>
                  <a:lnTo>
                    <a:pt x="0" y="789178"/>
                  </a:lnTo>
                  <a:close/>
                </a:path>
              </a:pathLst>
            </a:custGeom>
            <a:solidFill>
              <a:srgbClr val="141E85"/>
            </a:solidFill>
          </p:spPr>
        </p:sp>
      </p:grpSp>
      <p:grpSp>
        <p:nvGrpSpPr>
          <p:cNvPr name="Group 117" id="117"/>
          <p:cNvGrpSpPr/>
          <p:nvPr/>
        </p:nvGrpSpPr>
        <p:grpSpPr>
          <a:xfrm rot="0">
            <a:off x="14187668" y="5049412"/>
            <a:ext cx="1950844" cy="372647"/>
            <a:chOff x="0" y="0"/>
            <a:chExt cx="2601125" cy="496862"/>
          </a:xfrm>
        </p:grpSpPr>
        <p:sp>
          <p:nvSpPr>
            <p:cNvPr name="Freeform 118" id="118"/>
            <p:cNvSpPr/>
            <p:nvPr/>
          </p:nvSpPr>
          <p:spPr>
            <a:xfrm flipH="false" flipV="false" rot="0">
              <a:off x="0" y="0"/>
              <a:ext cx="2601087" cy="496824"/>
            </a:xfrm>
            <a:custGeom>
              <a:avLst/>
              <a:gdLst/>
              <a:ahLst/>
              <a:cxnLst/>
              <a:rect r="r" b="b" t="t" l="l"/>
              <a:pathLst>
                <a:path h="496824" w="2601087">
                  <a:moveTo>
                    <a:pt x="2601087" y="0"/>
                  </a:moveTo>
                  <a:lnTo>
                    <a:pt x="2601087" y="496824"/>
                  </a:lnTo>
                  <a:lnTo>
                    <a:pt x="0" y="496824"/>
                  </a:lnTo>
                  <a:close/>
                </a:path>
              </a:pathLst>
            </a:custGeom>
            <a:solidFill>
              <a:srgbClr val="121B80"/>
            </a:solidFill>
          </p:spPr>
        </p:sp>
      </p:grpSp>
      <p:grpSp>
        <p:nvGrpSpPr>
          <p:cNvPr name="Group 119" id="119"/>
          <p:cNvGrpSpPr/>
          <p:nvPr/>
        </p:nvGrpSpPr>
        <p:grpSpPr>
          <a:xfrm rot="0">
            <a:off x="9030814" y="4233320"/>
            <a:ext cx="925182" cy="925182"/>
            <a:chOff x="0" y="0"/>
            <a:chExt cx="1233576" cy="1233576"/>
          </a:xfrm>
        </p:grpSpPr>
        <p:sp>
          <p:nvSpPr>
            <p:cNvPr name="Freeform 120" id="120"/>
            <p:cNvSpPr/>
            <p:nvPr/>
          </p:nvSpPr>
          <p:spPr>
            <a:xfrm flipH="false" flipV="false" rot="0">
              <a:off x="0" y="0"/>
              <a:ext cx="1233551" cy="1233551"/>
            </a:xfrm>
            <a:custGeom>
              <a:avLst/>
              <a:gdLst/>
              <a:ahLst/>
              <a:cxnLst/>
              <a:rect r="r" b="b" t="t" l="l"/>
              <a:pathLst>
                <a:path h="1233551" w="1233551">
                  <a:moveTo>
                    <a:pt x="0" y="616839"/>
                  </a:moveTo>
                  <a:cubicBezTo>
                    <a:pt x="0" y="276098"/>
                    <a:pt x="276098" y="0"/>
                    <a:pt x="616839" y="0"/>
                  </a:cubicBezTo>
                  <a:cubicBezTo>
                    <a:pt x="957580" y="0"/>
                    <a:pt x="1233551" y="276098"/>
                    <a:pt x="1233551" y="616839"/>
                  </a:cubicBezTo>
                  <a:cubicBezTo>
                    <a:pt x="1233551" y="957580"/>
                    <a:pt x="957453" y="1233551"/>
                    <a:pt x="616839" y="1233551"/>
                  </a:cubicBezTo>
                  <a:cubicBezTo>
                    <a:pt x="276225" y="1233551"/>
                    <a:pt x="0" y="957453"/>
                    <a:pt x="0" y="616839"/>
                  </a:cubicBezTo>
                  <a:close/>
                </a:path>
              </a:pathLst>
            </a:custGeom>
            <a:solidFill>
              <a:srgbClr val="1F0D68"/>
            </a:solidFill>
          </p:spPr>
        </p:sp>
      </p:grpSp>
      <p:sp>
        <p:nvSpPr>
          <p:cNvPr name="TextBox 121" id="121"/>
          <p:cNvSpPr txBox="true"/>
          <p:nvPr/>
        </p:nvSpPr>
        <p:spPr>
          <a:xfrm rot="0">
            <a:off x="9204617" y="4449423"/>
            <a:ext cx="577577" cy="531590"/>
          </a:xfrm>
          <a:prstGeom prst="rect">
            <a:avLst/>
          </a:prstGeom>
        </p:spPr>
        <p:txBody>
          <a:bodyPr anchor="t" rtlCol="false" tIns="0" lIns="0" bIns="0" rIns="0">
            <a:spAutoFit/>
          </a:bodyPr>
          <a:lstStyle/>
          <a:p>
            <a:pPr algn="ctr">
              <a:lnSpc>
                <a:spcPts val="3602"/>
              </a:lnSpc>
            </a:pPr>
            <a:r>
              <a:rPr lang="en-US" sz="3002">
                <a:solidFill>
                  <a:srgbClr val="C2C5CC"/>
                </a:solidFill>
                <a:latin typeface="Arimo"/>
                <a:ea typeface="Arimo"/>
                <a:cs typeface="Arimo"/>
                <a:sym typeface="Arimo"/>
              </a:rPr>
              <a:t>01</a:t>
            </a:r>
          </a:p>
        </p:txBody>
      </p:sp>
      <p:sp>
        <p:nvSpPr>
          <p:cNvPr name="TextBox 122" id="122"/>
          <p:cNvSpPr txBox="true"/>
          <p:nvPr/>
        </p:nvSpPr>
        <p:spPr>
          <a:xfrm rot="0">
            <a:off x="10413940" y="4264114"/>
            <a:ext cx="5582345" cy="476679"/>
          </a:xfrm>
          <a:prstGeom prst="rect">
            <a:avLst/>
          </a:prstGeom>
        </p:spPr>
        <p:txBody>
          <a:bodyPr anchor="t" rtlCol="false" tIns="0" lIns="0" bIns="0" rIns="0">
            <a:spAutoFit/>
          </a:bodyPr>
          <a:lstStyle/>
          <a:p>
            <a:pPr algn="l">
              <a:lnSpc>
                <a:spcPts val="3242"/>
              </a:lnSpc>
            </a:pPr>
            <a:r>
              <a:rPr lang="en-US" sz="2702">
                <a:solidFill>
                  <a:srgbClr val="C4ECFF"/>
                </a:solidFill>
                <a:latin typeface="Arimo"/>
                <a:ea typeface="Arimo"/>
                <a:cs typeface="Arimo"/>
                <a:sym typeface="Arimo"/>
              </a:rPr>
              <a:t>Sin verificación de membresía</a:t>
            </a:r>
          </a:p>
        </p:txBody>
      </p:sp>
      <p:sp>
        <p:nvSpPr>
          <p:cNvPr name="TextBox 123" id="123"/>
          <p:cNvSpPr txBox="true"/>
          <p:nvPr/>
        </p:nvSpPr>
        <p:spPr>
          <a:xfrm rot="0">
            <a:off x="10413940" y="4631455"/>
            <a:ext cx="5445071" cy="777831"/>
          </a:xfrm>
          <a:prstGeom prst="rect">
            <a:avLst/>
          </a:prstGeom>
        </p:spPr>
        <p:txBody>
          <a:bodyPr anchor="t" rtlCol="false" tIns="0" lIns="0" bIns="0" rIns="0">
            <a:spAutoFit/>
          </a:bodyPr>
          <a:lstStyle/>
          <a:p>
            <a:pPr algn="l">
              <a:lnSpc>
                <a:spcPts val="3242"/>
              </a:lnSpc>
            </a:pPr>
            <a:r>
              <a:rPr lang="en-US" sz="1801">
                <a:solidFill>
                  <a:srgbClr val="C4ECFF"/>
                </a:solidFill>
                <a:latin typeface="Roboto"/>
                <a:ea typeface="Roboto"/>
                <a:cs typeface="Roboto"/>
                <a:sym typeface="Roboto"/>
              </a:rPr>
              <a:t>Cualquiera puede escribir cualquier nombre en la planilla compartida.</a:t>
            </a:r>
          </a:p>
        </p:txBody>
      </p:sp>
      <p:grpSp>
        <p:nvGrpSpPr>
          <p:cNvPr name="Group 124" id="124"/>
          <p:cNvGrpSpPr/>
          <p:nvPr/>
        </p:nvGrpSpPr>
        <p:grpSpPr>
          <a:xfrm rot="0">
            <a:off x="8679409" y="5627961"/>
            <a:ext cx="1147553" cy="219208"/>
            <a:chOff x="0" y="0"/>
            <a:chExt cx="1530071" cy="292278"/>
          </a:xfrm>
        </p:grpSpPr>
        <p:sp>
          <p:nvSpPr>
            <p:cNvPr name="Freeform 125" id="125"/>
            <p:cNvSpPr/>
            <p:nvPr/>
          </p:nvSpPr>
          <p:spPr>
            <a:xfrm flipH="false" flipV="false" rot="0">
              <a:off x="0" y="0"/>
              <a:ext cx="1530096" cy="292227"/>
            </a:xfrm>
            <a:custGeom>
              <a:avLst/>
              <a:gdLst/>
              <a:ahLst/>
              <a:cxnLst/>
              <a:rect r="r" b="b" t="t" l="l"/>
              <a:pathLst>
                <a:path h="292227" w="1530096">
                  <a:moveTo>
                    <a:pt x="0" y="0"/>
                  </a:moveTo>
                  <a:lnTo>
                    <a:pt x="1530096" y="0"/>
                  </a:lnTo>
                  <a:lnTo>
                    <a:pt x="0" y="292227"/>
                  </a:lnTo>
                  <a:close/>
                </a:path>
              </a:pathLst>
            </a:custGeom>
            <a:solidFill>
              <a:srgbClr val="273DBB"/>
            </a:solidFill>
          </p:spPr>
        </p:sp>
      </p:grpSp>
      <p:grpSp>
        <p:nvGrpSpPr>
          <p:cNvPr name="Group 126" id="126"/>
          <p:cNvGrpSpPr/>
          <p:nvPr/>
        </p:nvGrpSpPr>
        <p:grpSpPr>
          <a:xfrm rot="0">
            <a:off x="8679409" y="5627961"/>
            <a:ext cx="2295106" cy="438407"/>
            <a:chOff x="0" y="0"/>
            <a:chExt cx="3060141" cy="584543"/>
          </a:xfrm>
        </p:grpSpPr>
        <p:sp>
          <p:nvSpPr>
            <p:cNvPr name="Freeform 127" id="127"/>
            <p:cNvSpPr/>
            <p:nvPr/>
          </p:nvSpPr>
          <p:spPr>
            <a:xfrm flipH="false" flipV="false" rot="0">
              <a:off x="0" y="0"/>
              <a:ext cx="3060192" cy="584581"/>
            </a:xfrm>
            <a:custGeom>
              <a:avLst/>
              <a:gdLst/>
              <a:ahLst/>
              <a:cxnLst/>
              <a:rect r="r" b="b" t="t" l="l"/>
              <a:pathLst>
                <a:path h="584581" w="3060192">
                  <a:moveTo>
                    <a:pt x="458978" y="0"/>
                  </a:moveTo>
                  <a:lnTo>
                    <a:pt x="3060192" y="0"/>
                  </a:lnTo>
                  <a:lnTo>
                    <a:pt x="0" y="584581"/>
                  </a:lnTo>
                  <a:lnTo>
                    <a:pt x="0" y="87630"/>
                  </a:lnTo>
                  <a:close/>
                </a:path>
              </a:pathLst>
            </a:custGeom>
            <a:solidFill>
              <a:srgbClr val="253AB6"/>
            </a:solidFill>
          </p:spPr>
        </p:sp>
      </p:grpSp>
      <p:grpSp>
        <p:nvGrpSpPr>
          <p:cNvPr name="Group 128" id="128"/>
          <p:cNvGrpSpPr/>
          <p:nvPr/>
        </p:nvGrpSpPr>
        <p:grpSpPr>
          <a:xfrm rot="0">
            <a:off x="8679409" y="5627961"/>
            <a:ext cx="3442659" cy="657616"/>
            <a:chOff x="0" y="0"/>
            <a:chExt cx="4590212" cy="876821"/>
          </a:xfrm>
        </p:grpSpPr>
        <p:sp>
          <p:nvSpPr>
            <p:cNvPr name="Freeform 129" id="129"/>
            <p:cNvSpPr/>
            <p:nvPr/>
          </p:nvSpPr>
          <p:spPr>
            <a:xfrm flipH="false" flipV="false" rot="0">
              <a:off x="0" y="0"/>
              <a:ext cx="4590161" cy="876808"/>
            </a:xfrm>
            <a:custGeom>
              <a:avLst/>
              <a:gdLst/>
              <a:ahLst/>
              <a:cxnLst/>
              <a:rect r="r" b="b" t="t" l="l"/>
              <a:pathLst>
                <a:path h="876808" w="4590161">
                  <a:moveTo>
                    <a:pt x="1989074" y="0"/>
                  </a:moveTo>
                  <a:lnTo>
                    <a:pt x="4590161" y="0"/>
                  </a:lnTo>
                  <a:lnTo>
                    <a:pt x="0" y="876808"/>
                  </a:lnTo>
                  <a:lnTo>
                    <a:pt x="0" y="379984"/>
                  </a:lnTo>
                  <a:close/>
                </a:path>
              </a:pathLst>
            </a:custGeom>
            <a:solidFill>
              <a:srgbClr val="2437B1"/>
            </a:solidFill>
          </p:spPr>
        </p:sp>
      </p:grpSp>
      <p:grpSp>
        <p:nvGrpSpPr>
          <p:cNvPr name="Group 130" id="130"/>
          <p:cNvGrpSpPr/>
          <p:nvPr/>
        </p:nvGrpSpPr>
        <p:grpSpPr>
          <a:xfrm rot="0">
            <a:off x="8679409" y="5627961"/>
            <a:ext cx="4590221" cy="876824"/>
            <a:chOff x="0" y="0"/>
            <a:chExt cx="6120295" cy="1169098"/>
          </a:xfrm>
        </p:grpSpPr>
        <p:sp>
          <p:nvSpPr>
            <p:cNvPr name="Freeform 131" id="131"/>
            <p:cNvSpPr/>
            <p:nvPr/>
          </p:nvSpPr>
          <p:spPr>
            <a:xfrm flipH="false" flipV="false" rot="0">
              <a:off x="0" y="0"/>
              <a:ext cx="6120257" cy="1169035"/>
            </a:xfrm>
            <a:custGeom>
              <a:avLst/>
              <a:gdLst/>
              <a:ahLst/>
              <a:cxnLst/>
              <a:rect r="r" b="b" t="t" l="l"/>
              <a:pathLst>
                <a:path h="1169035" w="6120257">
                  <a:moveTo>
                    <a:pt x="3519170" y="0"/>
                  </a:moveTo>
                  <a:lnTo>
                    <a:pt x="6120257" y="0"/>
                  </a:lnTo>
                  <a:lnTo>
                    <a:pt x="0" y="1169035"/>
                  </a:lnTo>
                  <a:lnTo>
                    <a:pt x="0" y="672211"/>
                  </a:lnTo>
                  <a:close/>
                </a:path>
              </a:pathLst>
            </a:custGeom>
            <a:solidFill>
              <a:srgbClr val="2234AC"/>
            </a:solidFill>
          </p:spPr>
        </p:sp>
      </p:grpSp>
      <p:grpSp>
        <p:nvGrpSpPr>
          <p:cNvPr name="Group 132" id="132"/>
          <p:cNvGrpSpPr/>
          <p:nvPr/>
        </p:nvGrpSpPr>
        <p:grpSpPr>
          <a:xfrm rot="0">
            <a:off x="8679409" y="5627961"/>
            <a:ext cx="5737774" cy="1096023"/>
            <a:chOff x="0" y="0"/>
            <a:chExt cx="7650366" cy="1461364"/>
          </a:xfrm>
        </p:grpSpPr>
        <p:sp>
          <p:nvSpPr>
            <p:cNvPr name="Freeform 133" id="133"/>
            <p:cNvSpPr/>
            <p:nvPr/>
          </p:nvSpPr>
          <p:spPr>
            <a:xfrm flipH="false" flipV="false" rot="0">
              <a:off x="0" y="0"/>
              <a:ext cx="7650353" cy="1461389"/>
            </a:xfrm>
            <a:custGeom>
              <a:avLst/>
              <a:gdLst/>
              <a:ahLst/>
              <a:cxnLst/>
              <a:rect r="r" b="b" t="t" l="l"/>
              <a:pathLst>
                <a:path h="1461389" w="7650353">
                  <a:moveTo>
                    <a:pt x="5049266" y="0"/>
                  </a:moveTo>
                  <a:lnTo>
                    <a:pt x="7650353" y="0"/>
                  </a:lnTo>
                  <a:lnTo>
                    <a:pt x="0" y="1461389"/>
                  </a:lnTo>
                  <a:lnTo>
                    <a:pt x="0" y="964565"/>
                  </a:lnTo>
                  <a:close/>
                </a:path>
              </a:pathLst>
            </a:custGeom>
            <a:solidFill>
              <a:srgbClr val="2032A7"/>
            </a:solidFill>
          </p:spPr>
        </p:sp>
      </p:grpSp>
      <p:grpSp>
        <p:nvGrpSpPr>
          <p:cNvPr name="Group 134" id="134"/>
          <p:cNvGrpSpPr/>
          <p:nvPr/>
        </p:nvGrpSpPr>
        <p:grpSpPr>
          <a:xfrm rot="0">
            <a:off x="8679409" y="5627961"/>
            <a:ext cx="6885327" cy="1294724"/>
            <a:chOff x="0" y="0"/>
            <a:chExt cx="9180436" cy="1726298"/>
          </a:xfrm>
        </p:grpSpPr>
        <p:sp>
          <p:nvSpPr>
            <p:cNvPr name="Freeform 135" id="135"/>
            <p:cNvSpPr/>
            <p:nvPr/>
          </p:nvSpPr>
          <p:spPr>
            <a:xfrm flipH="false" flipV="false" rot="0">
              <a:off x="0" y="0"/>
              <a:ext cx="9180449" cy="1726311"/>
            </a:xfrm>
            <a:custGeom>
              <a:avLst/>
              <a:gdLst/>
              <a:ahLst/>
              <a:cxnLst/>
              <a:rect r="r" b="b" t="t" l="l"/>
              <a:pathLst>
                <a:path h="1726311" w="9180449">
                  <a:moveTo>
                    <a:pt x="6579362" y="0"/>
                  </a:moveTo>
                  <a:lnTo>
                    <a:pt x="9180449" y="0"/>
                  </a:lnTo>
                  <a:lnTo>
                    <a:pt x="143129" y="1726311"/>
                  </a:lnTo>
                  <a:lnTo>
                    <a:pt x="0" y="1583182"/>
                  </a:lnTo>
                  <a:lnTo>
                    <a:pt x="0" y="1256792"/>
                  </a:lnTo>
                  <a:close/>
                </a:path>
              </a:pathLst>
            </a:custGeom>
            <a:solidFill>
              <a:srgbClr val="1E2FA2"/>
            </a:solidFill>
          </p:spPr>
        </p:sp>
      </p:grpSp>
      <p:grpSp>
        <p:nvGrpSpPr>
          <p:cNvPr name="Group 136" id="136"/>
          <p:cNvGrpSpPr/>
          <p:nvPr/>
        </p:nvGrpSpPr>
        <p:grpSpPr>
          <a:xfrm rot="0">
            <a:off x="8679409" y="5627961"/>
            <a:ext cx="7351738" cy="1424835"/>
            <a:chOff x="0" y="0"/>
            <a:chExt cx="9802317" cy="1899780"/>
          </a:xfrm>
        </p:grpSpPr>
        <p:sp>
          <p:nvSpPr>
            <p:cNvPr name="Freeform 137" id="137"/>
            <p:cNvSpPr/>
            <p:nvPr/>
          </p:nvSpPr>
          <p:spPr>
            <a:xfrm flipH="false" flipV="false" rot="0">
              <a:off x="0" y="0"/>
              <a:ext cx="9802368" cy="1899793"/>
            </a:xfrm>
            <a:custGeom>
              <a:avLst/>
              <a:gdLst/>
              <a:ahLst/>
              <a:cxnLst/>
              <a:rect r="r" b="b" t="t" l="l"/>
              <a:pathLst>
                <a:path h="1899793" w="9802368">
                  <a:moveTo>
                    <a:pt x="8109331" y="0"/>
                  </a:moveTo>
                  <a:lnTo>
                    <a:pt x="9628886" y="0"/>
                  </a:lnTo>
                  <a:lnTo>
                    <a:pt x="9802368" y="173482"/>
                  </a:lnTo>
                  <a:lnTo>
                    <a:pt x="765048" y="1899793"/>
                  </a:lnTo>
                  <a:lnTo>
                    <a:pt x="316611" y="1899793"/>
                  </a:lnTo>
                  <a:lnTo>
                    <a:pt x="0" y="1583182"/>
                  </a:lnTo>
                  <a:lnTo>
                    <a:pt x="0" y="1549146"/>
                  </a:lnTo>
                  <a:close/>
                </a:path>
              </a:pathLst>
            </a:custGeom>
            <a:solidFill>
              <a:srgbClr val="1D2C9E"/>
            </a:solidFill>
          </p:spPr>
        </p:sp>
      </p:grpSp>
      <p:grpSp>
        <p:nvGrpSpPr>
          <p:cNvPr name="Group 138" id="138"/>
          <p:cNvGrpSpPr/>
          <p:nvPr/>
        </p:nvGrpSpPr>
        <p:grpSpPr>
          <a:xfrm rot="0">
            <a:off x="8841981" y="5629237"/>
            <a:ext cx="7296521" cy="1423559"/>
            <a:chOff x="0" y="0"/>
            <a:chExt cx="9728695" cy="1898079"/>
          </a:xfrm>
        </p:grpSpPr>
        <p:sp>
          <p:nvSpPr>
            <p:cNvPr name="Freeform 139" id="139"/>
            <p:cNvSpPr/>
            <p:nvPr/>
          </p:nvSpPr>
          <p:spPr>
            <a:xfrm flipH="false" flipV="false" rot="0">
              <a:off x="0" y="0"/>
              <a:ext cx="9728708" cy="1898015"/>
            </a:xfrm>
            <a:custGeom>
              <a:avLst/>
              <a:gdLst/>
              <a:ahLst/>
              <a:cxnLst/>
              <a:rect r="r" b="b" t="t" l="l"/>
              <a:pathLst>
                <a:path h="1898015" w="9728708">
                  <a:moveTo>
                    <a:pt x="9413748" y="0"/>
                  </a:moveTo>
                  <a:lnTo>
                    <a:pt x="9728708" y="314960"/>
                  </a:lnTo>
                  <a:lnTo>
                    <a:pt x="9728708" y="436753"/>
                  </a:lnTo>
                  <a:lnTo>
                    <a:pt x="2078355" y="1898015"/>
                  </a:lnTo>
                  <a:lnTo>
                    <a:pt x="99822" y="1898015"/>
                  </a:lnTo>
                  <a:lnTo>
                    <a:pt x="0" y="1798193"/>
                  </a:lnTo>
                  <a:close/>
                </a:path>
              </a:pathLst>
            </a:custGeom>
            <a:solidFill>
              <a:srgbClr val="1B2999"/>
            </a:solidFill>
          </p:spPr>
        </p:sp>
      </p:grpSp>
      <p:grpSp>
        <p:nvGrpSpPr>
          <p:cNvPr name="Group 140" id="140"/>
          <p:cNvGrpSpPr/>
          <p:nvPr/>
        </p:nvGrpSpPr>
        <p:grpSpPr>
          <a:xfrm rot="0">
            <a:off x="9597447" y="5813279"/>
            <a:ext cx="6541056" cy="1239507"/>
            <a:chOff x="0" y="0"/>
            <a:chExt cx="8721408" cy="1652676"/>
          </a:xfrm>
        </p:grpSpPr>
        <p:sp>
          <p:nvSpPr>
            <p:cNvPr name="Freeform 141" id="141"/>
            <p:cNvSpPr/>
            <p:nvPr/>
          </p:nvSpPr>
          <p:spPr>
            <a:xfrm flipH="false" flipV="false" rot="0">
              <a:off x="0" y="0"/>
              <a:ext cx="8721344" cy="1652651"/>
            </a:xfrm>
            <a:custGeom>
              <a:avLst/>
              <a:gdLst/>
              <a:ahLst/>
              <a:cxnLst/>
              <a:rect r="r" b="b" t="t" l="l"/>
              <a:pathLst>
                <a:path h="1652651" w="8721344">
                  <a:moveTo>
                    <a:pt x="8651875" y="0"/>
                  </a:moveTo>
                  <a:lnTo>
                    <a:pt x="8721344" y="69469"/>
                  </a:lnTo>
                  <a:lnTo>
                    <a:pt x="8721344" y="483489"/>
                  </a:lnTo>
                  <a:lnTo>
                    <a:pt x="2601087" y="1652651"/>
                  </a:lnTo>
                  <a:lnTo>
                    <a:pt x="0" y="1652651"/>
                  </a:lnTo>
                  <a:close/>
                </a:path>
              </a:pathLst>
            </a:custGeom>
            <a:solidFill>
              <a:srgbClr val="192694"/>
            </a:solidFill>
          </p:spPr>
        </p:sp>
      </p:grpSp>
      <p:grpSp>
        <p:nvGrpSpPr>
          <p:cNvPr name="Group 142" id="142"/>
          <p:cNvGrpSpPr/>
          <p:nvPr/>
        </p:nvGrpSpPr>
        <p:grpSpPr>
          <a:xfrm rot="0">
            <a:off x="10745000" y="6022524"/>
            <a:ext cx="5393503" cy="1030262"/>
            <a:chOff x="0" y="0"/>
            <a:chExt cx="7191337" cy="1373683"/>
          </a:xfrm>
        </p:grpSpPr>
        <p:sp>
          <p:nvSpPr>
            <p:cNvPr name="Freeform 143" id="143"/>
            <p:cNvSpPr/>
            <p:nvPr/>
          </p:nvSpPr>
          <p:spPr>
            <a:xfrm flipH="false" flipV="false" rot="0">
              <a:off x="0" y="0"/>
              <a:ext cx="7191375" cy="1373632"/>
            </a:xfrm>
            <a:custGeom>
              <a:avLst/>
              <a:gdLst/>
              <a:ahLst/>
              <a:cxnLst/>
              <a:rect r="r" b="b" t="t" l="l"/>
              <a:pathLst>
                <a:path h="1373632" w="7191375">
                  <a:moveTo>
                    <a:pt x="7191375" y="0"/>
                  </a:moveTo>
                  <a:lnTo>
                    <a:pt x="7191375" y="496824"/>
                  </a:lnTo>
                  <a:lnTo>
                    <a:pt x="2601087" y="1373632"/>
                  </a:lnTo>
                  <a:lnTo>
                    <a:pt x="0" y="1373632"/>
                  </a:lnTo>
                  <a:close/>
                </a:path>
              </a:pathLst>
            </a:custGeom>
            <a:solidFill>
              <a:srgbClr val="17248F"/>
            </a:solidFill>
          </p:spPr>
        </p:sp>
      </p:grpSp>
      <p:grpSp>
        <p:nvGrpSpPr>
          <p:cNvPr name="Group 144" id="144"/>
          <p:cNvGrpSpPr/>
          <p:nvPr/>
        </p:nvGrpSpPr>
        <p:grpSpPr>
          <a:xfrm rot="0">
            <a:off x="11892563" y="6241732"/>
            <a:ext cx="4245950" cy="811063"/>
            <a:chOff x="0" y="0"/>
            <a:chExt cx="5661266" cy="1081418"/>
          </a:xfrm>
        </p:grpSpPr>
        <p:sp>
          <p:nvSpPr>
            <p:cNvPr name="Freeform 145" id="145"/>
            <p:cNvSpPr/>
            <p:nvPr/>
          </p:nvSpPr>
          <p:spPr>
            <a:xfrm flipH="false" flipV="false" rot="0">
              <a:off x="0" y="0"/>
              <a:ext cx="5661279" cy="1081405"/>
            </a:xfrm>
            <a:custGeom>
              <a:avLst/>
              <a:gdLst/>
              <a:ahLst/>
              <a:cxnLst/>
              <a:rect r="r" b="b" t="t" l="l"/>
              <a:pathLst>
                <a:path h="1081405" w="5661279">
                  <a:moveTo>
                    <a:pt x="5661279" y="0"/>
                  </a:moveTo>
                  <a:lnTo>
                    <a:pt x="5661279" y="496824"/>
                  </a:lnTo>
                  <a:lnTo>
                    <a:pt x="2601087" y="1081405"/>
                  </a:lnTo>
                  <a:lnTo>
                    <a:pt x="0" y="1081405"/>
                  </a:lnTo>
                  <a:close/>
                </a:path>
              </a:pathLst>
            </a:custGeom>
            <a:solidFill>
              <a:srgbClr val="15218A"/>
            </a:solidFill>
          </p:spPr>
        </p:sp>
      </p:grpSp>
      <p:grpSp>
        <p:nvGrpSpPr>
          <p:cNvPr name="Group 146" id="146"/>
          <p:cNvGrpSpPr/>
          <p:nvPr/>
        </p:nvGrpSpPr>
        <p:grpSpPr>
          <a:xfrm rot="0">
            <a:off x="13040116" y="6460941"/>
            <a:ext cx="3098397" cy="591855"/>
            <a:chOff x="0" y="0"/>
            <a:chExt cx="4131196" cy="789140"/>
          </a:xfrm>
        </p:grpSpPr>
        <p:sp>
          <p:nvSpPr>
            <p:cNvPr name="Freeform 147" id="147"/>
            <p:cNvSpPr/>
            <p:nvPr/>
          </p:nvSpPr>
          <p:spPr>
            <a:xfrm flipH="false" flipV="false" rot="0">
              <a:off x="0" y="0"/>
              <a:ext cx="4131183" cy="789178"/>
            </a:xfrm>
            <a:custGeom>
              <a:avLst/>
              <a:gdLst/>
              <a:ahLst/>
              <a:cxnLst/>
              <a:rect r="r" b="b" t="t" l="l"/>
              <a:pathLst>
                <a:path h="789178" w="4131183">
                  <a:moveTo>
                    <a:pt x="4131183" y="0"/>
                  </a:moveTo>
                  <a:lnTo>
                    <a:pt x="4131183" y="496824"/>
                  </a:lnTo>
                  <a:lnTo>
                    <a:pt x="2601087" y="789178"/>
                  </a:lnTo>
                  <a:lnTo>
                    <a:pt x="0" y="789178"/>
                  </a:lnTo>
                  <a:close/>
                </a:path>
              </a:pathLst>
            </a:custGeom>
            <a:solidFill>
              <a:srgbClr val="141E85"/>
            </a:solidFill>
          </p:spPr>
        </p:sp>
      </p:grpSp>
      <p:grpSp>
        <p:nvGrpSpPr>
          <p:cNvPr name="Group 148" id="148"/>
          <p:cNvGrpSpPr/>
          <p:nvPr/>
        </p:nvGrpSpPr>
        <p:grpSpPr>
          <a:xfrm rot="0">
            <a:off x="14187668" y="6680140"/>
            <a:ext cx="1950844" cy="372647"/>
            <a:chOff x="0" y="0"/>
            <a:chExt cx="2601125" cy="496862"/>
          </a:xfrm>
        </p:grpSpPr>
        <p:sp>
          <p:nvSpPr>
            <p:cNvPr name="Freeform 149" id="149"/>
            <p:cNvSpPr/>
            <p:nvPr/>
          </p:nvSpPr>
          <p:spPr>
            <a:xfrm flipH="false" flipV="false" rot="0">
              <a:off x="0" y="0"/>
              <a:ext cx="2601087" cy="496824"/>
            </a:xfrm>
            <a:custGeom>
              <a:avLst/>
              <a:gdLst/>
              <a:ahLst/>
              <a:cxnLst/>
              <a:rect r="r" b="b" t="t" l="l"/>
              <a:pathLst>
                <a:path h="496824" w="2601087">
                  <a:moveTo>
                    <a:pt x="2601087" y="0"/>
                  </a:moveTo>
                  <a:lnTo>
                    <a:pt x="2601087" y="496824"/>
                  </a:lnTo>
                  <a:lnTo>
                    <a:pt x="0" y="496824"/>
                  </a:lnTo>
                  <a:close/>
                </a:path>
              </a:pathLst>
            </a:custGeom>
            <a:solidFill>
              <a:srgbClr val="121B80"/>
            </a:solidFill>
          </p:spPr>
        </p:sp>
      </p:grpSp>
      <p:grpSp>
        <p:nvGrpSpPr>
          <p:cNvPr name="Group 150" id="150"/>
          <p:cNvGrpSpPr/>
          <p:nvPr/>
        </p:nvGrpSpPr>
        <p:grpSpPr>
          <a:xfrm rot="0">
            <a:off x="9030814" y="5864057"/>
            <a:ext cx="925182" cy="925182"/>
            <a:chOff x="0" y="0"/>
            <a:chExt cx="1233576" cy="1233576"/>
          </a:xfrm>
        </p:grpSpPr>
        <p:sp>
          <p:nvSpPr>
            <p:cNvPr name="Freeform 151" id="151"/>
            <p:cNvSpPr/>
            <p:nvPr/>
          </p:nvSpPr>
          <p:spPr>
            <a:xfrm flipH="false" flipV="false" rot="0">
              <a:off x="0" y="0"/>
              <a:ext cx="1233551" cy="1233551"/>
            </a:xfrm>
            <a:custGeom>
              <a:avLst/>
              <a:gdLst/>
              <a:ahLst/>
              <a:cxnLst/>
              <a:rect r="r" b="b" t="t" l="l"/>
              <a:pathLst>
                <a:path h="1233551" w="1233551">
                  <a:moveTo>
                    <a:pt x="0" y="616839"/>
                  </a:moveTo>
                  <a:cubicBezTo>
                    <a:pt x="0" y="276098"/>
                    <a:pt x="276098" y="0"/>
                    <a:pt x="616839" y="0"/>
                  </a:cubicBezTo>
                  <a:cubicBezTo>
                    <a:pt x="957580" y="0"/>
                    <a:pt x="1233551" y="276098"/>
                    <a:pt x="1233551" y="616839"/>
                  </a:cubicBezTo>
                  <a:cubicBezTo>
                    <a:pt x="1233551" y="957580"/>
                    <a:pt x="957453" y="1233551"/>
                    <a:pt x="616839" y="1233551"/>
                  </a:cubicBezTo>
                  <a:cubicBezTo>
                    <a:pt x="276225" y="1233551"/>
                    <a:pt x="0" y="957453"/>
                    <a:pt x="0" y="616839"/>
                  </a:cubicBezTo>
                  <a:close/>
                </a:path>
              </a:pathLst>
            </a:custGeom>
            <a:solidFill>
              <a:srgbClr val="1F0D68"/>
            </a:solidFill>
          </p:spPr>
        </p:sp>
      </p:grpSp>
      <p:sp>
        <p:nvSpPr>
          <p:cNvPr name="TextBox 152" id="152"/>
          <p:cNvSpPr txBox="true"/>
          <p:nvPr/>
        </p:nvSpPr>
        <p:spPr>
          <a:xfrm rot="0">
            <a:off x="9204617" y="6080160"/>
            <a:ext cx="577577" cy="531590"/>
          </a:xfrm>
          <a:prstGeom prst="rect">
            <a:avLst/>
          </a:prstGeom>
        </p:spPr>
        <p:txBody>
          <a:bodyPr anchor="t" rtlCol="false" tIns="0" lIns="0" bIns="0" rIns="0">
            <a:spAutoFit/>
          </a:bodyPr>
          <a:lstStyle/>
          <a:p>
            <a:pPr algn="ctr">
              <a:lnSpc>
                <a:spcPts val="3602"/>
              </a:lnSpc>
            </a:pPr>
            <a:r>
              <a:rPr lang="en-US" sz="3002">
                <a:solidFill>
                  <a:srgbClr val="C2C5CC"/>
                </a:solidFill>
                <a:latin typeface="Arimo"/>
                <a:ea typeface="Arimo"/>
                <a:cs typeface="Arimo"/>
                <a:sym typeface="Arimo"/>
              </a:rPr>
              <a:t>02</a:t>
            </a:r>
          </a:p>
        </p:txBody>
      </p:sp>
      <p:sp>
        <p:nvSpPr>
          <p:cNvPr name="TextBox 153" id="153"/>
          <p:cNvSpPr txBox="true"/>
          <p:nvPr/>
        </p:nvSpPr>
        <p:spPr>
          <a:xfrm rot="0">
            <a:off x="10413940" y="5894842"/>
            <a:ext cx="5582345" cy="476679"/>
          </a:xfrm>
          <a:prstGeom prst="rect">
            <a:avLst/>
          </a:prstGeom>
        </p:spPr>
        <p:txBody>
          <a:bodyPr anchor="t" rtlCol="false" tIns="0" lIns="0" bIns="0" rIns="0">
            <a:spAutoFit/>
          </a:bodyPr>
          <a:lstStyle/>
          <a:p>
            <a:pPr algn="l">
              <a:lnSpc>
                <a:spcPts val="3242"/>
              </a:lnSpc>
            </a:pPr>
            <a:r>
              <a:rPr lang="en-US" sz="2702">
                <a:solidFill>
                  <a:srgbClr val="C4ECFF"/>
                </a:solidFill>
                <a:latin typeface="Arimo"/>
                <a:ea typeface="Arimo"/>
                <a:cs typeface="Arimo"/>
                <a:sym typeface="Arimo"/>
              </a:rPr>
              <a:t>Interés público</a:t>
            </a:r>
          </a:p>
        </p:txBody>
      </p:sp>
      <p:sp>
        <p:nvSpPr>
          <p:cNvPr name="TextBox 154" id="154"/>
          <p:cNvSpPr txBox="true"/>
          <p:nvPr/>
        </p:nvSpPr>
        <p:spPr>
          <a:xfrm rot="0">
            <a:off x="10413940" y="6262183"/>
            <a:ext cx="5445071" cy="777831"/>
          </a:xfrm>
          <a:prstGeom prst="rect">
            <a:avLst/>
          </a:prstGeom>
        </p:spPr>
        <p:txBody>
          <a:bodyPr anchor="t" rtlCol="false" tIns="0" lIns="0" bIns="0" rIns="0">
            <a:spAutoFit/>
          </a:bodyPr>
          <a:lstStyle/>
          <a:p>
            <a:pPr algn="l">
              <a:lnSpc>
                <a:spcPts val="3242"/>
              </a:lnSpc>
            </a:pPr>
            <a:r>
              <a:rPr lang="en-US" sz="1801">
                <a:solidFill>
                  <a:srgbClr val="C4ECFF"/>
                </a:solidFill>
                <a:latin typeface="Roboto"/>
                <a:ea typeface="Roboto"/>
                <a:cs typeface="Roboto"/>
                <a:sym typeface="Roboto"/>
              </a:rPr>
              <a:t>Buscar equipo puede tener un costo social.</a:t>
            </a:r>
          </a:p>
        </p:txBody>
      </p:sp>
      <p:grpSp>
        <p:nvGrpSpPr>
          <p:cNvPr name="Group 155" id="155"/>
          <p:cNvGrpSpPr/>
          <p:nvPr/>
        </p:nvGrpSpPr>
        <p:grpSpPr>
          <a:xfrm rot="0">
            <a:off x="8679409" y="7255945"/>
            <a:ext cx="1147553" cy="219208"/>
            <a:chOff x="0" y="0"/>
            <a:chExt cx="1530071" cy="292278"/>
          </a:xfrm>
        </p:grpSpPr>
        <p:sp>
          <p:nvSpPr>
            <p:cNvPr name="Freeform 156" id="156"/>
            <p:cNvSpPr/>
            <p:nvPr/>
          </p:nvSpPr>
          <p:spPr>
            <a:xfrm flipH="false" flipV="false" rot="0">
              <a:off x="0" y="0"/>
              <a:ext cx="1530096" cy="292227"/>
            </a:xfrm>
            <a:custGeom>
              <a:avLst/>
              <a:gdLst/>
              <a:ahLst/>
              <a:cxnLst/>
              <a:rect r="r" b="b" t="t" l="l"/>
              <a:pathLst>
                <a:path h="292227" w="1530096">
                  <a:moveTo>
                    <a:pt x="0" y="0"/>
                  </a:moveTo>
                  <a:lnTo>
                    <a:pt x="1530096" y="0"/>
                  </a:lnTo>
                  <a:lnTo>
                    <a:pt x="0" y="292227"/>
                  </a:lnTo>
                  <a:close/>
                </a:path>
              </a:pathLst>
            </a:custGeom>
            <a:solidFill>
              <a:srgbClr val="273DBB"/>
            </a:solidFill>
          </p:spPr>
        </p:sp>
      </p:grpSp>
      <p:grpSp>
        <p:nvGrpSpPr>
          <p:cNvPr name="Group 157" id="157"/>
          <p:cNvGrpSpPr/>
          <p:nvPr/>
        </p:nvGrpSpPr>
        <p:grpSpPr>
          <a:xfrm rot="0">
            <a:off x="8679409" y="7255945"/>
            <a:ext cx="2295106" cy="438407"/>
            <a:chOff x="0" y="0"/>
            <a:chExt cx="3060141" cy="584543"/>
          </a:xfrm>
        </p:grpSpPr>
        <p:sp>
          <p:nvSpPr>
            <p:cNvPr name="Freeform 158" id="158"/>
            <p:cNvSpPr/>
            <p:nvPr/>
          </p:nvSpPr>
          <p:spPr>
            <a:xfrm flipH="false" flipV="false" rot="0">
              <a:off x="0" y="0"/>
              <a:ext cx="3060192" cy="584581"/>
            </a:xfrm>
            <a:custGeom>
              <a:avLst/>
              <a:gdLst/>
              <a:ahLst/>
              <a:cxnLst/>
              <a:rect r="r" b="b" t="t" l="l"/>
              <a:pathLst>
                <a:path h="584581" w="3060192">
                  <a:moveTo>
                    <a:pt x="458978" y="0"/>
                  </a:moveTo>
                  <a:lnTo>
                    <a:pt x="3060192" y="0"/>
                  </a:lnTo>
                  <a:lnTo>
                    <a:pt x="0" y="584581"/>
                  </a:lnTo>
                  <a:lnTo>
                    <a:pt x="0" y="87630"/>
                  </a:lnTo>
                  <a:close/>
                </a:path>
              </a:pathLst>
            </a:custGeom>
            <a:solidFill>
              <a:srgbClr val="253AB6"/>
            </a:solidFill>
          </p:spPr>
        </p:sp>
      </p:grpSp>
      <p:grpSp>
        <p:nvGrpSpPr>
          <p:cNvPr name="Group 159" id="159"/>
          <p:cNvGrpSpPr/>
          <p:nvPr/>
        </p:nvGrpSpPr>
        <p:grpSpPr>
          <a:xfrm rot="0">
            <a:off x="8679409" y="7255945"/>
            <a:ext cx="3442659" cy="657616"/>
            <a:chOff x="0" y="0"/>
            <a:chExt cx="4590212" cy="876821"/>
          </a:xfrm>
        </p:grpSpPr>
        <p:sp>
          <p:nvSpPr>
            <p:cNvPr name="Freeform 160" id="160"/>
            <p:cNvSpPr/>
            <p:nvPr/>
          </p:nvSpPr>
          <p:spPr>
            <a:xfrm flipH="false" flipV="false" rot="0">
              <a:off x="0" y="0"/>
              <a:ext cx="4590161" cy="876808"/>
            </a:xfrm>
            <a:custGeom>
              <a:avLst/>
              <a:gdLst/>
              <a:ahLst/>
              <a:cxnLst/>
              <a:rect r="r" b="b" t="t" l="l"/>
              <a:pathLst>
                <a:path h="876808" w="4590161">
                  <a:moveTo>
                    <a:pt x="1989074" y="0"/>
                  </a:moveTo>
                  <a:lnTo>
                    <a:pt x="4590161" y="0"/>
                  </a:lnTo>
                  <a:lnTo>
                    <a:pt x="0" y="876808"/>
                  </a:lnTo>
                  <a:lnTo>
                    <a:pt x="0" y="379984"/>
                  </a:lnTo>
                  <a:close/>
                </a:path>
              </a:pathLst>
            </a:custGeom>
            <a:solidFill>
              <a:srgbClr val="2437B1"/>
            </a:solidFill>
          </p:spPr>
        </p:sp>
      </p:grpSp>
      <p:grpSp>
        <p:nvGrpSpPr>
          <p:cNvPr name="Group 161" id="161"/>
          <p:cNvGrpSpPr/>
          <p:nvPr/>
        </p:nvGrpSpPr>
        <p:grpSpPr>
          <a:xfrm rot="0">
            <a:off x="8679409" y="7255945"/>
            <a:ext cx="4590221" cy="876824"/>
            <a:chOff x="0" y="0"/>
            <a:chExt cx="6120295" cy="1169098"/>
          </a:xfrm>
        </p:grpSpPr>
        <p:sp>
          <p:nvSpPr>
            <p:cNvPr name="Freeform 162" id="162"/>
            <p:cNvSpPr/>
            <p:nvPr/>
          </p:nvSpPr>
          <p:spPr>
            <a:xfrm flipH="false" flipV="false" rot="0">
              <a:off x="0" y="0"/>
              <a:ext cx="6120257" cy="1169035"/>
            </a:xfrm>
            <a:custGeom>
              <a:avLst/>
              <a:gdLst/>
              <a:ahLst/>
              <a:cxnLst/>
              <a:rect r="r" b="b" t="t" l="l"/>
              <a:pathLst>
                <a:path h="1169035" w="6120257">
                  <a:moveTo>
                    <a:pt x="3519170" y="0"/>
                  </a:moveTo>
                  <a:lnTo>
                    <a:pt x="6120257" y="0"/>
                  </a:lnTo>
                  <a:lnTo>
                    <a:pt x="0" y="1169035"/>
                  </a:lnTo>
                  <a:lnTo>
                    <a:pt x="0" y="672211"/>
                  </a:lnTo>
                  <a:close/>
                </a:path>
              </a:pathLst>
            </a:custGeom>
            <a:solidFill>
              <a:srgbClr val="2234AC"/>
            </a:solidFill>
          </p:spPr>
        </p:sp>
      </p:grpSp>
      <p:grpSp>
        <p:nvGrpSpPr>
          <p:cNvPr name="Group 163" id="163"/>
          <p:cNvGrpSpPr/>
          <p:nvPr/>
        </p:nvGrpSpPr>
        <p:grpSpPr>
          <a:xfrm rot="0">
            <a:off x="8679409" y="7255945"/>
            <a:ext cx="5737774" cy="1096023"/>
            <a:chOff x="0" y="0"/>
            <a:chExt cx="7650366" cy="1461364"/>
          </a:xfrm>
        </p:grpSpPr>
        <p:sp>
          <p:nvSpPr>
            <p:cNvPr name="Freeform 164" id="164"/>
            <p:cNvSpPr/>
            <p:nvPr/>
          </p:nvSpPr>
          <p:spPr>
            <a:xfrm flipH="false" flipV="false" rot="0">
              <a:off x="0" y="0"/>
              <a:ext cx="7650353" cy="1461389"/>
            </a:xfrm>
            <a:custGeom>
              <a:avLst/>
              <a:gdLst/>
              <a:ahLst/>
              <a:cxnLst/>
              <a:rect r="r" b="b" t="t" l="l"/>
              <a:pathLst>
                <a:path h="1461389" w="7650353">
                  <a:moveTo>
                    <a:pt x="5049266" y="0"/>
                  </a:moveTo>
                  <a:lnTo>
                    <a:pt x="7650353" y="0"/>
                  </a:lnTo>
                  <a:lnTo>
                    <a:pt x="0" y="1461389"/>
                  </a:lnTo>
                  <a:lnTo>
                    <a:pt x="0" y="964565"/>
                  </a:lnTo>
                  <a:close/>
                </a:path>
              </a:pathLst>
            </a:custGeom>
            <a:solidFill>
              <a:srgbClr val="2032A7"/>
            </a:solidFill>
          </p:spPr>
        </p:sp>
      </p:grpSp>
      <p:grpSp>
        <p:nvGrpSpPr>
          <p:cNvPr name="Group 165" id="165"/>
          <p:cNvGrpSpPr/>
          <p:nvPr/>
        </p:nvGrpSpPr>
        <p:grpSpPr>
          <a:xfrm rot="0">
            <a:off x="8679409" y="7255945"/>
            <a:ext cx="6885327" cy="1294724"/>
            <a:chOff x="0" y="0"/>
            <a:chExt cx="9180436" cy="1726298"/>
          </a:xfrm>
        </p:grpSpPr>
        <p:sp>
          <p:nvSpPr>
            <p:cNvPr name="Freeform 166" id="166"/>
            <p:cNvSpPr/>
            <p:nvPr/>
          </p:nvSpPr>
          <p:spPr>
            <a:xfrm flipH="false" flipV="false" rot="0">
              <a:off x="0" y="0"/>
              <a:ext cx="9180449" cy="1726311"/>
            </a:xfrm>
            <a:custGeom>
              <a:avLst/>
              <a:gdLst/>
              <a:ahLst/>
              <a:cxnLst/>
              <a:rect r="r" b="b" t="t" l="l"/>
              <a:pathLst>
                <a:path h="1726311" w="9180449">
                  <a:moveTo>
                    <a:pt x="6579362" y="0"/>
                  </a:moveTo>
                  <a:lnTo>
                    <a:pt x="9180449" y="0"/>
                  </a:lnTo>
                  <a:lnTo>
                    <a:pt x="143129" y="1726311"/>
                  </a:lnTo>
                  <a:lnTo>
                    <a:pt x="0" y="1583182"/>
                  </a:lnTo>
                  <a:lnTo>
                    <a:pt x="0" y="1256792"/>
                  </a:lnTo>
                  <a:close/>
                </a:path>
              </a:pathLst>
            </a:custGeom>
            <a:solidFill>
              <a:srgbClr val="1E2FA2"/>
            </a:solidFill>
          </p:spPr>
        </p:sp>
      </p:grpSp>
      <p:grpSp>
        <p:nvGrpSpPr>
          <p:cNvPr name="Group 167" id="167"/>
          <p:cNvGrpSpPr/>
          <p:nvPr/>
        </p:nvGrpSpPr>
        <p:grpSpPr>
          <a:xfrm rot="0">
            <a:off x="8679409" y="7255945"/>
            <a:ext cx="7351738" cy="1424835"/>
            <a:chOff x="0" y="0"/>
            <a:chExt cx="9802317" cy="1899780"/>
          </a:xfrm>
        </p:grpSpPr>
        <p:sp>
          <p:nvSpPr>
            <p:cNvPr name="Freeform 168" id="168"/>
            <p:cNvSpPr/>
            <p:nvPr/>
          </p:nvSpPr>
          <p:spPr>
            <a:xfrm flipH="false" flipV="false" rot="0">
              <a:off x="0" y="0"/>
              <a:ext cx="9802368" cy="1899793"/>
            </a:xfrm>
            <a:custGeom>
              <a:avLst/>
              <a:gdLst/>
              <a:ahLst/>
              <a:cxnLst/>
              <a:rect r="r" b="b" t="t" l="l"/>
              <a:pathLst>
                <a:path h="1899793" w="9802368">
                  <a:moveTo>
                    <a:pt x="8109331" y="0"/>
                  </a:moveTo>
                  <a:lnTo>
                    <a:pt x="9628886" y="0"/>
                  </a:lnTo>
                  <a:lnTo>
                    <a:pt x="9802368" y="173482"/>
                  </a:lnTo>
                  <a:lnTo>
                    <a:pt x="765048" y="1899793"/>
                  </a:lnTo>
                  <a:lnTo>
                    <a:pt x="316611" y="1899793"/>
                  </a:lnTo>
                  <a:lnTo>
                    <a:pt x="0" y="1583182"/>
                  </a:lnTo>
                  <a:lnTo>
                    <a:pt x="0" y="1549146"/>
                  </a:lnTo>
                  <a:close/>
                </a:path>
              </a:pathLst>
            </a:custGeom>
            <a:solidFill>
              <a:srgbClr val="1D2C9E"/>
            </a:solidFill>
          </p:spPr>
        </p:sp>
      </p:grpSp>
      <p:grpSp>
        <p:nvGrpSpPr>
          <p:cNvPr name="Group 169" id="169"/>
          <p:cNvGrpSpPr/>
          <p:nvPr/>
        </p:nvGrpSpPr>
        <p:grpSpPr>
          <a:xfrm rot="0">
            <a:off x="8841981" y="7257221"/>
            <a:ext cx="7296521" cy="1423559"/>
            <a:chOff x="0" y="0"/>
            <a:chExt cx="9728695" cy="1898079"/>
          </a:xfrm>
        </p:grpSpPr>
        <p:sp>
          <p:nvSpPr>
            <p:cNvPr name="Freeform 170" id="170"/>
            <p:cNvSpPr/>
            <p:nvPr/>
          </p:nvSpPr>
          <p:spPr>
            <a:xfrm flipH="false" flipV="false" rot="0">
              <a:off x="0" y="0"/>
              <a:ext cx="9728708" cy="1898015"/>
            </a:xfrm>
            <a:custGeom>
              <a:avLst/>
              <a:gdLst/>
              <a:ahLst/>
              <a:cxnLst/>
              <a:rect r="r" b="b" t="t" l="l"/>
              <a:pathLst>
                <a:path h="1898015" w="9728708">
                  <a:moveTo>
                    <a:pt x="9413748" y="0"/>
                  </a:moveTo>
                  <a:lnTo>
                    <a:pt x="9728708" y="314960"/>
                  </a:lnTo>
                  <a:lnTo>
                    <a:pt x="9728708" y="436753"/>
                  </a:lnTo>
                  <a:lnTo>
                    <a:pt x="2078355" y="1898015"/>
                  </a:lnTo>
                  <a:lnTo>
                    <a:pt x="99822" y="1898015"/>
                  </a:lnTo>
                  <a:lnTo>
                    <a:pt x="0" y="1798193"/>
                  </a:lnTo>
                  <a:close/>
                </a:path>
              </a:pathLst>
            </a:custGeom>
            <a:solidFill>
              <a:srgbClr val="1B2999"/>
            </a:solidFill>
          </p:spPr>
        </p:sp>
      </p:grpSp>
      <p:grpSp>
        <p:nvGrpSpPr>
          <p:cNvPr name="Group 171" id="171"/>
          <p:cNvGrpSpPr/>
          <p:nvPr/>
        </p:nvGrpSpPr>
        <p:grpSpPr>
          <a:xfrm rot="0">
            <a:off x="9597447" y="7441273"/>
            <a:ext cx="6541056" cy="1239507"/>
            <a:chOff x="0" y="0"/>
            <a:chExt cx="8721408" cy="1652676"/>
          </a:xfrm>
        </p:grpSpPr>
        <p:sp>
          <p:nvSpPr>
            <p:cNvPr name="Freeform 172" id="172"/>
            <p:cNvSpPr/>
            <p:nvPr/>
          </p:nvSpPr>
          <p:spPr>
            <a:xfrm flipH="false" flipV="false" rot="0">
              <a:off x="0" y="0"/>
              <a:ext cx="8721344" cy="1652651"/>
            </a:xfrm>
            <a:custGeom>
              <a:avLst/>
              <a:gdLst/>
              <a:ahLst/>
              <a:cxnLst/>
              <a:rect r="r" b="b" t="t" l="l"/>
              <a:pathLst>
                <a:path h="1652651" w="8721344">
                  <a:moveTo>
                    <a:pt x="8651875" y="0"/>
                  </a:moveTo>
                  <a:lnTo>
                    <a:pt x="8721344" y="69469"/>
                  </a:lnTo>
                  <a:lnTo>
                    <a:pt x="8721344" y="483489"/>
                  </a:lnTo>
                  <a:lnTo>
                    <a:pt x="2601087" y="1652651"/>
                  </a:lnTo>
                  <a:lnTo>
                    <a:pt x="0" y="1652651"/>
                  </a:lnTo>
                  <a:close/>
                </a:path>
              </a:pathLst>
            </a:custGeom>
            <a:solidFill>
              <a:srgbClr val="192694"/>
            </a:solidFill>
          </p:spPr>
        </p:sp>
      </p:grpSp>
      <p:grpSp>
        <p:nvGrpSpPr>
          <p:cNvPr name="Group 173" id="173"/>
          <p:cNvGrpSpPr/>
          <p:nvPr/>
        </p:nvGrpSpPr>
        <p:grpSpPr>
          <a:xfrm rot="0">
            <a:off x="10745000" y="7650518"/>
            <a:ext cx="5393503" cy="1030262"/>
            <a:chOff x="0" y="0"/>
            <a:chExt cx="7191337" cy="1373683"/>
          </a:xfrm>
        </p:grpSpPr>
        <p:sp>
          <p:nvSpPr>
            <p:cNvPr name="Freeform 174" id="174"/>
            <p:cNvSpPr/>
            <p:nvPr/>
          </p:nvSpPr>
          <p:spPr>
            <a:xfrm flipH="false" flipV="false" rot="0">
              <a:off x="0" y="0"/>
              <a:ext cx="7191375" cy="1373632"/>
            </a:xfrm>
            <a:custGeom>
              <a:avLst/>
              <a:gdLst/>
              <a:ahLst/>
              <a:cxnLst/>
              <a:rect r="r" b="b" t="t" l="l"/>
              <a:pathLst>
                <a:path h="1373632" w="7191375">
                  <a:moveTo>
                    <a:pt x="7191375" y="0"/>
                  </a:moveTo>
                  <a:lnTo>
                    <a:pt x="7191375" y="496824"/>
                  </a:lnTo>
                  <a:lnTo>
                    <a:pt x="2601087" y="1373632"/>
                  </a:lnTo>
                  <a:lnTo>
                    <a:pt x="0" y="1373632"/>
                  </a:lnTo>
                  <a:close/>
                </a:path>
              </a:pathLst>
            </a:custGeom>
            <a:solidFill>
              <a:srgbClr val="17248F"/>
            </a:solidFill>
          </p:spPr>
        </p:sp>
      </p:grpSp>
      <p:grpSp>
        <p:nvGrpSpPr>
          <p:cNvPr name="Group 175" id="175"/>
          <p:cNvGrpSpPr/>
          <p:nvPr/>
        </p:nvGrpSpPr>
        <p:grpSpPr>
          <a:xfrm rot="0">
            <a:off x="11892563" y="7869717"/>
            <a:ext cx="4245950" cy="811063"/>
            <a:chOff x="0" y="0"/>
            <a:chExt cx="5661266" cy="1081418"/>
          </a:xfrm>
        </p:grpSpPr>
        <p:sp>
          <p:nvSpPr>
            <p:cNvPr name="Freeform 176" id="176"/>
            <p:cNvSpPr/>
            <p:nvPr/>
          </p:nvSpPr>
          <p:spPr>
            <a:xfrm flipH="false" flipV="false" rot="0">
              <a:off x="0" y="0"/>
              <a:ext cx="5661279" cy="1081405"/>
            </a:xfrm>
            <a:custGeom>
              <a:avLst/>
              <a:gdLst/>
              <a:ahLst/>
              <a:cxnLst/>
              <a:rect r="r" b="b" t="t" l="l"/>
              <a:pathLst>
                <a:path h="1081405" w="5661279">
                  <a:moveTo>
                    <a:pt x="5661279" y="0"/>
                  </a:moveTo>
                  <a:lnTo>
                    <a:pt x="5661279" y="496824"/>
                  </a:lnTo>
                  <a:lnTo>
                    <a:pt x="2601087" y="1081405"/>
                  </a:lnTo>
                  <a:lnTo>
                    <a:pt x="0" y="1081405"/>
                  </a:lnTo>
                  <a:close/>
                </a:path>
              </a:pathLst>
            </a:custGeom>
            <a:solidFill>
              <a:srgbClr val="15218A"/>
            </a:solidFill>
          </p:spPr>
        </p:sp>
      </p:grpSp>
      <p:grpSp>
        <p:nvGrpSpPr>
          <p:cNvPr name="Group 177" id="177"/>
          <p:cNvGrpSpPr/>
          <p:nvPr/>
        </p:nvGrpSpPr>
        <p:grpSpPr>
          <a:xfrm rot="0">
            <a:off x="13040116" y="8088925"/>
            <a:ext cx="3098397" cy="591855"/>
            <a:chOff x="0" y="0"/>
            <a:chExt cx="4131196" cy="789140"/>
          </a:xfrm>
        </p:grpSpPr>
        <p:sp>
          <p:nvSpPr>
            <p:cNvPr name="Freeform 178" id="178"/>
            <p:cNvSpPr/>
            <p:nvPr/>
          </p:nvSpPr>
          <p:spPr>
            <a:xfrm flipH="false" flipV="false" rot="0">
              <a:off x="0" y="0"/>
              <a:ext cx="4131183" cy="789178"/>
            </a:xfrm>
            <a:custGeom>
              <a:avLst/>
              <a:gdLst/>
              <a:ahLst/>
              <a:cxnLst/>
              <a:rect r="r" b="b" t="t" l="l"/>
              <a:pathLst>
                <a:path h="789178" w="4131183">
                  <a:moveTo>
                    <a:pt x="4131183" y="0"/>
                  </a:moveTo>
                  <a:lnTo>
                    <a:pt x="4131183" y="496824"/>
                  </a:lnTo>
                  <a:lnTo>
                    <a:pt x="2601087" y="789178"/>
                  </a:lnTo>
                  <a:lnTo>
                    <a:pt x="0" y="789178"/>
                  </a:lnTo>
                  <a:close/>
                </a:path>
              </a:pathLst>
            </a:custGeom>
            <a:solidFill>
              <a:srgbClr val="141E85"/>
            </a:solidFill>
          </p:spPr>
        </p:sp>
      </p:grpSp>
      <p:grpSp>
        <p:nvGrpSpPr>
          <p:cNvPr name="Group 179" id="179"/>
          <p:cNvGrpSpPr/>
          <p:nvPr/>
        </p:nvGrpSpPr>
        <p:grpSpPr>
          <a:xfrm rot="0">
            <a:off x="14187668" y="8308134"/>
            <a:ext cx="1950844" cy="372647"/>
            <a:chOff x="0" y="0"/>
            <a:chExt cx="2601125" cy="496862"/>
          </a:xfrm>
        </p:grpSpPr>
        <p:sp>
          <p:nvSpPr>
            <p:cNvPr name="Freeform 180" id="180"/>
            <p:cNvSpPr/>
            <p:nvPr/>
          </p:nvSpPr>
          <p:spPr>
            <a:xfrm flipH="false" flipV="false" rot="0">
              <a:off x="0" y="0"/>
              <a:ext cx="2601087" cy="496824"/>
            </a:xfrm>
            <a:custGeom>
              <a:avLst/>
              <a:gdLst/>
              <a:ahLst/>
              <a:cxnLst/>
              <a:rect r="r" b="b" t="t" l="l"/>
              <a:pathLst>
                <a:path h="496824" w="2601087">
                  <a:moveTo>
                    <a:pt x="2601087" y="0"/>
                  </a:moveTo>
                  <a:lnTo>
                    <a:pt x="2601087" y="496824"/>
                  </a:lnTo>
                  <a:lnTo>
                    <a:pt x="0" y="496824"/>
                  </a:lnTo>
                  <a:close/>
                </a:path>
              </a:pathLst>
            </a:custGeom>
            <a:solidFill>
              <a:srgbClr val="121B80"/>
            </a:solidFill>
          </p:spPr>
        </p:sp>
      </p:grpSp>
      <p:grpSp>
        <p:nvGrpSpPr>
          <p:cNvPr name="Group 181" id="181"/>
          <p:cNvGrpSpPr/>
          <p:nvPr/>
        </p:nvGrpSpPr>
        <p:grpSpPr>
          <a:xfrm rot="0">
            <a:off x="9030814" y="7492041"/>
            <a:ext cx="925182" cy="925182"/>
            <a:chOff x="0" y="0"/>
            <a:chExt cx="1233576" cy="1233576"/>
          </a:xfrm>
        </p:grpSpPr>
        <p:sp>
          <p:nvSpPr>
            <p:cNvPr name="Freeform 182" id="182"/>
            <p:cNvSpPr/>
            <p:nvPr/>
          </p:nvSpPr>
          <p:spPr>
            <a:xfrm flipH="false" flipV="false" rot="0">
              <a:off x="0" y="0"/>
              <a:ext cx="1233551" cy="1233551"/>
            </a:xfrm>
            <a:custGeom>
              <a:avLst/>
              <a:gdLst/>
              <a:ahLst/>
              <a:cxnLst/>
              <a:rect r="r" b="b" t="t" l="l"/>
              <a:pathLst>
                <a:path h="1233551" w="1233551">
                  <a:moveTo>
                    <a:pt x="0" y="616839"/>
                  </a:moveTo>
                  <a:cubicBezTo>
                    <a:pt x="0" y="276098"/>
                    <a:pt x="276098" y="0"/>
                    <a:pt x="616839" y="0"/>
                  </a:cubicBezTo>
                  <a:cubicBezTo>
                    <a:pt x="957580" y="0"/>
                    <a:pt x="1233551" y="276098"/>
                    <a:pt x="1233551" y="616839"/>
                  </a:cubicBezTo>
                  <a:cubicBezTo>
                    <a:pt x="1233551" y="957580"/>
                    <a:pt x="957453" y="1233551"/>
                    <a:pt x="616839" y="1233551"/>
                  </a:cubicBezTo>
                  <a:cubicBezTo>
                    <a:pt x="276225" y="1233551"/>
                    <a:pt x="0" y="957453"/>
                    <a:pt x="0" y="616839"/>
                  </a:cubicBezTo>
                  <a:close/>
                </a:path>
              </a:pathLst>
            </a:custGeom>
            <a:solidFill>
              <a:srgbClr val="1F0D68"/>
            </a:solidFill>
          </p:spPr>
        </p:sp>
      </p:grpSp>
      <p:sp>
        <p:nvSpPr>
          <p:cNvPr name="TextBox 183" id="183"/>
          <p:cNvSpPr txBox="true"/>
          <p:nvPr/>
        </p:nvSpPr>
        <p:spPr>
          <a:xfrm rot="0">
            <a:off x="9204617" y="7708144"/>
            <a:ext cx="577577" cy="531590"/>
          </a:xfrm>
          <a:prstGeom prst="rect">
            <a:avLst/>
          </a:prstGeom>
        </p:spPr>
        <p:txBody>
          <a:bodyPr anchor="t" rtlCol="false" tIns="0" lIns="0" bIns="0" rIns="0">
            <a:spAutoFit/>
          </a:bodyPr>
          <a:lstStyle/>
          <a:p>
            <a:pPr algn="ctr">
              <a:lnSpc>
                <a:spcPts val="3602"/>
              </a:lnSpc>
            </a:pPr>
            <a:r>
              <a:rPr lang="en-US" sz="3002">
                <a:solidFill>
                  <a:srgbClr val="C2C5CC"/>
                </a:solidFill>
                <a:latin typeface="Arimo"/>
                <a:ea typeface="Arimo"/>
                <a:cs typeface="Arimo"/>
                <a:sym typeface="Arimo"/>
              </a:rPr>
              <a:t>03</a:t>
            </a:r>
          </a:p>
        </p:txBody>
      </p:sp>
      <p:sp>
        <p:nvSpPr>
          <p:cNvPr name="TextBox 184" id="184"/>
          <p:cNvSpPr txBox="true"/>
          <p:nvPr/>
        </p:nvSpPr>
        <p:spPr>
          <a:xfrm rot="0">
            <a:off x="10413940" y="7522835"/>
            <a:ext cx="5582345" cy="476679"/>
          </a:xfrm>
          <a:prstGeom prst="rect">
            <a:avLst/>
          </a:prstGeom>
        </p:spPr>
        <p:txBody>
          <a:bodyPr anchor="t" rtlCol="false" tIns="0" lIns="0" bIns="0" rIns="0">
            <a:spAutoFit/>
          </a:bodyPr>
          <a:lstStyle/>
          <a:p>
            <a:pPr algn="l">
              <a:lnSpc>
                <a:spcPts val="3242"/>
              </a:lnSpc>
            </a:pPr>
            <a:r>
              <a:rPr lang="en-US" sz="2702">
                <a:solidFill>
                  <a:srgbClr val="C4ECFF"/>
                </a:solidFill>
                <a:latin typeface="Arimo"/>
                <a:ea typeface="Arimo"/>
                <a:cs typeface="Arimo"/>
                <a:sym typeface="Arimo"/>
              </a:rPr>
              <a:t>Sin registro verificable</a:t>
            </a:r>
          </a:p>
        </p:txBody>
      </p:sp>
      <p:sp>
        <p:nvSpPr>
          <p:cNvPr name="TextBox 185" id="185"/>
          <p:cNvSpPr txBox="true"/>
          <p:nvPr/>
        </p:nvSpPr>
        <p:spPr>
          <a:xfrm rot="0">
            <a:off x="10413940" y="7890177"/>
            <a:ext cx="5445071" cy="777831"/>
          </a:xfrm>
          <a:prstGeom prst="rect">
            <a:avLst/>
          </a:prstGeom>
        </p:spPr>
        <p:txBody>
          <a:bodyPr anchor="t" rtlCol="false" tIns="0" lIns="0" bIns="0" rIns="0">
            <a:spAutoFit/>
          </a:bodyPr>
          <a:lstStyle/>
          <a:p>
            <a:pPr algn="l">
              <a:lnSpc>
                <a:spcPts val="3242"/>
              </a:lnSpc>
            </a:pPr>
            <a:r>
              <a:rPr lang="en-US" sz="1801">
                <a:solidFill>
                  <a:srgbClr val="C4ECFF"/>
                </a:solidFill>
                <a:latin typeface="Roboto"/>
                <a:ea typeface="Roboto"/>
                <a:cs typeface="Roboto"/>
                <a:sym typeface="Roboto"/>
              </a:rPr>
              <a:t>Los acuerdos viven en chats o celdas, sin historial firmado.</a:t>
            </a:r>
          </a:p>
        </p:txBody>
      </p:sp>
      <p:grpSp>
        <p:nvGrpSpPr>
          <p:cNvPr name="Group 186" id="186"/>
          <p:cNvGrpSpPr/>
          <p:nvPr/>
        </p:nvGrpSpPr>
        <p:grpSpPr>
          <a:xfrm rot="0">
            <a:off x="978713" y="4049382"/>
            <a:ext cx="5037706" cy="4625902"/>
            <a:chOff x="0" y="0"/>
            <a:chExt cx="6716941" cy="6167869"/>
          </a:xfrm>
        </p:grpSpPr>
        <p:sp>
          <p:nvSpPr>
            <p:cNvPr name="Freeform 187" id="187"/>
            <p:cNvSpPr/>
            <p:nvPr/>
          </p:nvSpPr>
          <p:spPr>
            <a:xfrm flipH="false" flipV="false" rot="0">
              <a:off x="0" y="0"/>
              <a:ext cx="6716903" cy="6167882"/>
            </a:xfrm>
            <a:custGeom>
              <a:avLst/>
              <a:gdLst/>
              <a:ahLst/>
              <a:cxnLst/>
              <a:rect r="r" b="b" t="t" l="l"/>
              <a:pathLst>
                <a:path h="6167882" w="6716903">
                  <a:moveTo>
                    <a:pt x="0" y="0"/>
                  </a:moveTo>
                  <a:lnTo>
                    <a:pt x="6716903" y="0"/>
                  </a:lnTo>
                  <a:lnTo>
                    <a:pt x="6716903" y="4956302"/>
                  </a:lnTo>
                  <a:lnTo>
                    <a:pt x="5505323" y="6167882"/>
                  </a:lnTo>
                  <a:lnTo>
                    <a:pt x="0" y="6167882"/>
                  </a:lnTo>
                  <a:close/>
                </a:path>
              </a:pathLst>
            </a:custGeom>
            <a:solidFill>
              <a:srgbClr val="283EBD">
                <a:alpha val="41961"/>
              </a:srgbClr>
            </a:solidFill>
          </p:spPr>
        </p:sp>
      </p:grpSp>
      <p:sp>
        <p:nvSpPr>
          <p:cNvPr name="TextBox 188" id="188"/>
          <p:cNvSpPr txBox="true"/>
          <p:nvPr/>
        </p:nvSpPr>
        <p:spPr>
          <a:xfrm rot="0">
            <a:off x="1532744" y="4596546"/>
            <a:ext cx="3866502" cy="3250597"/>
          </a:xfrm>
          <a:prstGeom prst="rect">
            <a:avLst/>
          </a:prstGeom>
        </p:spPr>
        <p:txBody>
          <a:bodyPr anchor="t" rtlCol="false" tIns="0" lIns="0" bIns="0" rIns="0">
            <a:spAutoFit/>
          </a:bodyPr>
          <a:lstStyle/>
          <a:p>
            <a:pPr algn="l">
              <a:lnSpc>
                <a:spcPts val="2485"/>
              </a:lnSpc>
            </a:pPr>
            <a:r>
              <a:rPr lang="en-US" sz="1801" spc="300">
                <a:solidFill>
                  <a:srgbClr val="D585DF"/>
                </a:solidFill>
                <a:latin typeface="Arimo"/>
                <a:ea typeface="Arimo"/>
                <a:cs typeface="Arimo"/>
                <a:sym typeface="Arimo"/>
              </a:rPr>
              <a:t>HOY</a:t>
            </a:r>
          </a:p>
          <a:p>
            <a:pPr algn="l">
              <a:lnSpc>
                <a:spcPts val="4557"/>
              </a:lnSpc>
            </a:pPr>
            <a:r>
              <a:rPr lang="en-US" sz="3302" spc="550">
                <a:solidFill>
                  <a:srgbClr val="EDF0F5"/>
                </a:solidFill>
                <a:latin typeface="Arimo"/>
                <a:ea typeface="Arimo"/>
                <a:cs typeface="Arimo"/>
                <a:sym typeface="Arimo"/>
              </a:rPr>
              <a:t>Los equipos del curso se arman en una planilla compartida.</a:t>
            </a:r>
          </a:p>
        </p:txBody>
      </p:sp>
      <p:grpSp>
        <p:nvGrpSpPr>
          <p:cNvPr name="Group 189" id="189"/>
          <p:cNvGrpSpPr/>
          <p:nvPr/>
        </p:nvGrpSpPr>
        <p:grpSpPr>
          <a:xfrm rot="-8100000">
            <a:off x="612210" y="8297809"/>
            <a:ext cx="991067" cy="481803"/>
            <a:chOff x="0" y="0"/>
            <a:chExt cx="1321422" cy="642404"/>
          </a:xfrm>
        </p:grpSpPr>
        <p:sp>
          <p:nvSpPr>
            <p:cNvPr name="Freeform 190" id="190"/>
            <p:cNvSpPr/>
            <p:nvPr/>
          </p:nvSpPr>
          <p:spPr>
            <a:xfrm flipH="false" flipV="false" rot="0">
              <a:off x="0" y="0"/>
              <a:ext cx="1321308" cy="642366"/>
            </a:xfrm>
            <a:custGeom>
              <a:avLst/>
              <a:gdLst/>
              <a:ahLst/>
              <a:cxnLst/>
              <a:rect r="r" b="b" t="t" l="l"/>
              <a:pathLst>
                <a:path h="642366" w="1321308">
                  <a:moveTo>
                    <a:pt x="0" y="642366"/>
                  </a:moveTo>
                  <a:lnTo>
                    <a:pt x="660654" y="0"/>
                  </a:lnTo>
                  <a:lnTo>
                    <a:pt x="1321308" y="642366"/>
                  </a:lnTo>
                  <a:close/>
                </a:path>
              </a:pathLst>
            </a:custGeom>
            <a:solidFill>
              <a:srgbClr val="5531E3"/>
            </a:solidFill>
          </p:spPr>
        </p:sp>
      </p:grpSp>
      <p:grpSp>
        <p:nvGrpSpPr>
          <p:cNvPr name="Group 191" id="191"/>
          <p:cNvGrpSpPr/>
          <p:nvPr/>
        </p:nvGrpSpPr>
        <p:grpSpPr>
          <a:xfrm rot="-5400000">
            <a:off x="5655412" y="5078892"/>
            <a:ext cx="1663675" cy="278654"/>
            <a:chOff x="0" y="0"/>
            <a:chExt cx="2218233" cy="371538"/>
          </a:xfrm>
        </p:grpSpPr>
        <p:sp>
          <p:nvSpPr>
            <p:cNvPr name="Freeform 192" id="192"/>
            <p:cNvSpPr/>
            <p:nvPr/>
          </p:nvSpPr>
          <p:spPr>
            <a:xfrm flipH="false" flipV="false" rot="0">
              <a:off x="0" y="0"/>
              <a:ext cx="2218309" cy="371475"/>
            </a:xfrm>
            <a:custGeom>
              <a:avLst/>
              <a:gdLst/>
              <a:ahLst/>
              <a:cxnLst/>
              <a:rect r="r" b="b" t="t" l="l"/>
              <a:pathLst>
                <a:path h="371475" w="2218309">
                  <a:moveTo>
                    <a:pt x="61976" y="0"/>
                  </a:moveTo>
                  <a:lnTo>
                    <a:pt x="2156333" y="0"/>
                  </a:lnTo>
                  <a:lnTo>
                    <a:pt x="2218309" y="61976"/>
                  </a:lnTo>
                  <a:lnTo>
                    <a:pt x="2218309" y="371475"/>
                  </a:lnTo>
                  <a:lnTo>
                    <a:pt x="0" y="371475"/>
                  </a:lnTo>
                  <a:lnTo>
                    <a:pt x="0" y="61976"/>
                  </a:lnTo>
                  <a:close/>
                </a:path>
              </a:pathLst>
            </a:custGeom>
            <a:solidFill>
              <a:srgbClr val="D585DF"/>
            </a:solidFill>
          </p:spPr>
        </p:sp>
      </p:grpSp>
      <p:sp>
        <p:nvSpPr>
          <p:cNvPr name="AutoShape 193" id="193"/>
          <p:cNvSpPr/>
          <p:nvPr/>
        </p:nvSpPr>
        <p:spPr>
          <a:xfrm rot="4080">
            <a:off x="1124293" y="9189396"/>
            <a:ext cx="16054635" cy="0"/>
          </a:xfrm>
          <a:prstGeom prst="line">
            <a:avLst/>
          </a:prstGeom>
          <a:ln cap="rnd" w="9525">
            <a:solidFill>
              <a:srgbClr val="5531E3"/>
            </a:solidFill>
            <a:prstDash val="solid"/>
            <a:headEnd type="none" len="sm" w="sm"/>
            <a:tailEnd type="none" len="sm" w="sm"/>
          </a:ln>
        </p:spPr>
      </p:sp>
      <p:sp>
        <p:nvSpPr>
          <p:cNvPr name="TextBox 194" id="194"/>
          <p:cNvSpPr txBox="true"/>
          <p:nvPr/>
        </p:nvSpPr>
        <p:spPr>
          <a:xfrm rot="0">
            <a:off x="1070153" y="9387678"/>
            <a:ext cx="4209669" cy="425139"/>
          </a:xfrm>
          <a:prstGeom prst="rect">
            <a:avLst/>
          </a:prstGeom>
        </p:spPr>
        <p:txBody>
          <a:bodyPr anchor="t" rtlCol="false" tIns="0" lIns="0" bIns="0" rIns="0">
            <a:spAutoFit/>
          </a:bodyPr>
          <a:lstStyle/>
          <a:p>
            <a:pPr algn="l">
              <a:lnSpc>
                <a:spcPts val="2702"/>
              </a:lnSpc>
            </a:pPr>
            <a:r>
              <a:rPr lang="en-US" sz="1501">
                <a:solidFill>
                  <a:srgbClr val="C4ECFF"/>
                </a:solidFill>
                <a:latin typeface="Roboto"/>
                <a:ea typeface="Roboto"/>
                <a:cs typeface="Roboto"/>
                <a:sym typeface="Roboto"/>
              </a:rPr>
              <a:t>Proyecto final · Web3 / Solidity</a:t>
            </a:r>
          </a:p>
        </p:txBody>
      </p:sp>
      <p:sp>
        <p:nvSpPr>
          <p:cNvPr name="TextBox 195" id="195"/>
          <p:cNvSpPr txBox="true"/>
          <p:nvPr/>
        </p:nvSpPr>
        <p:spPr>
          <a:xfrm rot="0">
            <a:off x="12857293" y="9387678"/>
            <a:ext cx="4209669" cy="425139"/>
          </a:xfrm>
          <a:prstGeom prst="rect">
            <a:avLst/>
          </a:prstGeom>
        </p:spPr>
        <p:txBody>
          <a:bodyPr anchor="t" rtlCol="false" tIns="0" lIns="0" bIns="0" rIns="0">
            <a:spAutoFit/>
          </a:bodyPr>
          <a:lstStyle/>
          <a:p>
            <a:pPr algn="r">
              <a:lnSpc>
                <a:spcPts val="2702"/>
              </a:lnSpc>
            </a:pPr>
            <a:r>
              <a:rPr lang="en-US" sz="1501">
                <a:solidFill>
                  <a:srgbClr val="C4ECFF"/>
                </a:solidFill>
                <a:latin typeface="Roboto"/>
                <a:ea typeface="Roboto"/>
                <a:cs typeface="Roboto"/>
                <a:sym typeface="Roboto"/>
              </a:rPr>
              <a:t>Ethereum Sepolia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8024184" y="3219831"/>
            <a:ext cx="1227630" cy="1227630"/>
            <a:chOff x="0" y="0"/>
            <a:chExt cx="1636840" cy="1636840"/>
          </a:xfrm>
        </p:grpSpPr>
        <p:sp>
          <p:nvSpPr>
            <p:cNvPr name="Freeform 55" id="55"/>
            <p:cNvSpPr/>
            <p:nvPr/>
          </p:nvSpPr>
          <p:spPr>
            <a:xfrm flipH="false" flipV="false" rot="0">
              <a:off x="0" y="0"/>
              <a:ext cx="1636776" cy="1636776"/>
            </a:xfrm>
            <a:custGeom>
              <a:avLst/>
              <a:gdLst/>
              <a:ahLst/>
              <a:cxnLst/>
              <a:rect r="r" b="b" t="t" l="l"/>
              <a:pathLst>
                <a:path h="1636776" w="1636776">
                  <a:moveTo>
                    <a:pt x="1636776" y="0"/>
                  </a:moveTo>
                  <a:lnTo>
                    <a:pt x="1636776" y="818388"/>
                  </a:lnTo>
                  <a:lnTo>
                    <a:pt x="818388" y="1636776"/>
                  </a:lnTo>
                  <a:lnTo>
                    <a:pt x="0" y="1636776"/>
                  </a:lnTo>
                  <a:close/>
                </a:path>
              </a:pathLst>
            </a:custGeom>
            <a:solidFill>
              <a:srgbClr val="2634AC">
                <a:alpha val="63922"/>
              </a:srgbClr>
            </a:solidFill>
          </p:spPr>
        </p:sp>
      </p:grpSp>
      <p:grpSp>
        <p:nvGrpSpPr>
          <p:cNvPr name="Group 56" id="56"/>
          <p:cNvGrpSpPr/>
          <p:nvPr/>
        </p:nvGrpSpPr>
        <p:grpSpPr>
          <a:xfrm rot="0">
            <a:off x="7410374" y="2606021"/>
            <a:ext cx="1841440" cy="1841440"/>
            <a:chOff x="0" y="0"/>
            <a:chExt cx="2455253" cy="2455253"/>
          </a:xfrm>
        </p:grpSpPr>
        <p:sp>
          <p:nvSpPr>
            <p:cNvPr name="Freeform 57" id="57"/>
            <p:cNvSpPr/>
            <p:nvPr/>
          </p:nvSpPr>
          <p:spPr>
            <a:xfrm flipH="false" flipV="false" rot="0">
              <a:off x="0" y="0"/>
              <a:ext cx="2455291" cy="2455291"/>
            </a:xfrm>
            <a:custGeom>
              <a:avLst/>
              <a:gdLst/>
              <a:ahLst/>
              <a:cxnLst/>
              <a:rect r="r" b="b" t="t" l="l"/>
              <a:pathLst>
                <a:path h="2455291" w="2455291">
                  <a:moveTo>
                    <a:pt x="2455291" y="0"/>
                  </a:moveTo>
                  <a:lnTo>
                    <a:pt x="2455291" y="1391285"/>
                  </a:lnTo>
                  <a:lnTo>
                    <a:pt x="1391285" y="2455291"/>
                  </a:lnTo>
                  <a:lnTo>
                    <a:pt x="0" y="2455291"/>
                  </a:lnTo>
                  <a:close/>
                </a:path>
              </a:pathLst>
            </a:custGeom>
            <a:solidFill>
              <a:srgbClr val="252EA1">
                <a:alpha val="44706"/>
              </a:srgbClr>
            </a:solidFill>
          </p:spPr>
        </p:sp>
      </p:grpSp>
      <p:grpSp>
        <p:nvGrpSpPr>
          <p:cNvPr name="Group 58" id="58"/>
          <p:cNvGrpSpPr/>
          <p:nvPr/>
        </p:nvGrpSpPr>
        <p:grpSpPr>
          <a:xfrm rot="0">
            <a:off x="6796554" y="1992201"/>
            <a:ext cx="2455250" cy="2455250"/>
            <a:chOff x="0" y="0"/>
            <a:chExt cx="3273666" cy="3273666"/>
          </a:xfrm>
        </p:grpSpPr>
        <p:sp>
          <p:nvSpPr>
            <p:cNvPr name="Freeform 59" id="59"/>
            <p:cNvSpPr/>
            <p:nvPr/>
          </p:nvSpPr>
          <p:spPr>
            <a:xfrm flipH="false" flipV="false" rot="0">
              <a:off x="0" y="0"/>
              <a:ext cx="3273679" cy="3273679"/>
            </a:xfrm>
            <a:custGeom>
              <a:avLst/>
              <a:gdLst/>
              <a:ahLst/>
              <a:cxnLst/>
              <a:rect r="r" b="b" t="t" l="l"/>
              <a:pathLst>
                <a:path h="3273679" w="3273679">
                  <a:moveTo>
                    <a:pt x="3273679" y="0"/>
                  </a:moveTo>
                  <a:lnTo>
                    <a:pt x="3273679" y="1391285"/>
                  </a:lnTo>
                  <a:lnTo>
                    <a:pt x="1391285" y="3273679"/>
                  </a:lnTo>
                  <a:lnTo>
                    <a:pt x="0" y="3273679"/>
                  </a:lnTo>
                  <a:close/>
                </a:path>
              </a:pathLst>
            </a:custGeom>
            <a:solidFill>
              <a:srgbClr val="242796">
                <a:alpha val="29020"/>
              </a:srgbClr>
            </a:solidFill>
          </p:spPr>
        </p:sp>
      </p:grpSp>
      <p:grpSp>
        <p:nvGrpSpPr>
          <p:cNvPr name="Group 60" id="60"/>
          <p:cNvGrpSpPr/>
          <p:nvPr/>
        </p:nvGrpSpPr>
        <p:grpSpPr>
          <a:xfrm rot="0">
            <a:off x="6182744" y="1378391"/>
            <a:ext cx="3069069" cy="3069069"/>
            <a:chOff x="0" y="0"/>
            <a:chExt cx="4092092" cy="4092092"/>
          </a:xfrm>
        </p:grpSpPr>
        <p:sp>
          <p:nvSpPr>
            <p:cNvPr name="Freeform 61" id="61"/>
            <p:cNvSpPr/>
            <p:nvPr/>
          </p:nvSpPr>
          <p:spPr>
            <a:xfrm flipH="false" flipV="false" rot="0">
              <a:off x="0" y="0"/>
              <a:ext cx="4092067" cy="4092067"/>
            </a:xfrm>
            <a:custGeom>
              <a:avLst/>
              <a:gdLst/>
              <a:ahLst/>
              <a:cxnLst/>
              <a:rect r="r" b="b" t="t" l="l"/>
              <a:pathLst>
                <a:path h="4092067" w="4092067">
                  <a:moveTo>
                    <a:pt x="4092067" y="0"/>
                  </a:moveTo>
                  <a:lnTo>
                    <a:pt x="4092067" y="1391285"/>
                  </a:lnTo>
                  <a:lnTo>
                    <a:pt x="1391285" y="4092067"/>
                  </a:lnTo>
                  <a:lnTo>
                    <a:pt x="0" y="4092067"/>
                  </a:lnTo>
                  <a:close/>
                </a:path>
              </a:pathLst>
            </a:custGeom>
            <a:solidFill>
              <a:srgbClr val="23218A">
                <a:alpha val="15686"/>
              </a:srgbClr>
            </a:solidFill>
          </p:spPr>
        </p:sp>
      </p:grpSp>
      <p:grpSp>
        <p:nvGrpSpPr>
          <p:cNvPr name="Group 62" id="62"/>
          <p:cNvGrpSpPr/>
          <p:nvPr/>
        </p:nvGrpSpPr>
        <p:grpSpPr>
          <a:xfrm rot="0">
            <a:off x="5568934" y="764581"/>
            <a:ext cx="3682879" cy="3682879"/>
            <a:chOff x="0" y="0"/>
            <a:chExt cx="4910506" cy="4910506"/>
          </a:xfrm>
        </p:grpSpPr>
        <p:sp>
          <p:nvSpPr>
            <p:cNvPr name="Freeform 63" id="63"/>
            <p:cNvSpPr/>
            <p:nvPr/>
          </p:nvSpPr>
          <p:spPr>
            <a:xfrm flipH="false" flipV="false" rot="0">
              <a:off x="0" y="0"/>
              <a:ext cx="4910455" cy="4910455"/>
            </a:xfrm>
            <a:custGeom>
              <a:avLst/>
              <a:gdLst/>
              <a:ahLst/>
              <a:cxnLst/>
              <a:rect r="r" b="b" t="t" l="l"/>
              <a:pathLst>
                <a:path h="4910455" w="4910455">
                  <a:moveTo>
                    <a:pt x="4910455" y="0"/>
                  </a:moveTo>
                  <a:lnTo>
                    <a:pt x="4910455" y="1391285"/>
                  </a:lnTo>
                  <a:lnTo>
                    <a:pt x="1391285" y="4910455"/>
                  </a:lnTo>
                  <a:lnTo>
                    <a:pt x="0" y="4910455"/>
                  </a:lnTo>
                  <a:close/>
                </a:path>
              </a:pathLst>
            </a:custGeom>
            <a:solidFill>
              <a:srgbClr val="211A7F">
                <a:alpha val="7059"/>
              </a:srgbClr>
            </a:solidFill>
          </p:spPr>
        </p:sp>
      </p:grpSp>
      <p:grpSp>
        <p:nvGrpSpPr>
          <p:cNvPr name="Group 64" id="64"/>
          <p:cNvGrpSpPr/>
          <p:nvPr/>
        </p:nvGrpSpPr>
        <p:grpSpPr>
          <a:xfrm rot="0">
            <a:off x="5568934" y="764581"/>
            <a:ext cx="3682879" cy="3682879"/>
            <a:chOff x="0" y="0"/>
            <a:chExt cx="4910506" cy="4910506"/>
          </a:xfrm>
        </p:grpSpPr>
        <p:sp>
          <p:nvSpPr>
            <p:cNvPr name="Freeform 65" id="65"/>
            <p:cNvSpPr/>
            <p:nvPr/>
          </p:nvSpPr>
          <p:spPr>
            <a:xfrm flipH="false" flipV="false" rot="0">
              <a:off x="0" y="0"/>
              <a:ext cx="4910455" cy="4910455"/>
            </a:xfrm>
            <a:custGeom>
              <a:avLst/>
              <a:gdLst/>
              <a:ahLst/>
              <a:cxnLst/>
              <a:rect r="r" b="b" t="t" l="l"/>
              <a:pathLst>
                <a:path h="4910455" w="4910455">
                  <a:moveTo>
                    <a:pt x="4092067" y="0"/>
                  </a:moveTo>
                  <a:lnTo>
                    <a:pt x="4910455" y="0"/>
                  </a:lnTo>
                  <a:lnTo>
                    <a:pt x="4910455" y="572897"/>
                  </a:lnTo>
                  <a:lnTo>
                    <a:pt x="572897" y="4910455"/>
                  </a:lnTo>
                  <a:lnTo>
                    <a:pt x="0" y="4910455"/>
                  </a:lnTo>
                  <a:lnTo>
                    <a:pt x="0" y="4092067"/>
                  </a:lnTo>
                  <a:close/>
                </a:path>
              </a:pathLst>
            </a:custGeom>
            <a:solidFill>
              <a:srgbClr val="201474">
                <a:alpha val="1569"/>
              </a:srgbClr>
            </a:solidFill>
          </p:spPr>
        </p:sp>
      </p:grpSp>
      <p:grpSp>
        <p:nvGrpSpPr>
          <p:cNvPr name="Group 66" id="66"/>
          <p:cNvGrpSpPr/>
          <p:nvPr/>
        </p:nvGrpSpPr>
        <p:grpSpPr>
          <a:xfrm rot="0">
            <a:off x="5568934" y="764581"/>
            <a:ext cx="3498733" cy="3498733"/>
            <a:chOff x="0" y="0"/>
            <a:chExt cx="4664977" cy="4664977"/>
          </a:xfrm>
        </p:grpSpPr>
        <p:sp>
          <p:nvSpPr>
            <p:cNvPr name="Freeform 67" id="67"/>
            <p:cNvSpPr/>
            <p:nvPr/>
          </p:nvSpPr>
          <p:spPr>
            <a:xfrm flipH="false" flipV="false" rot="0">
              <a:off x="0" y="0"/>
              <a:ext cx="4664964" cy="4664964"/>
            </a:xfrm>
            <a:custGeom>
              <a:avLst/>
              <a:gdLst/>
              <a:ahLst/>
              <a:cxnLst/>
              <a:rect r="r" b="b" t="t" l="l"/>
              <a:pathLst>
                <a:path h="4664964" w="4664964">
                  <a:moveTo>
                    <a:pt x="3273679" y="0"/>
                  </a:moveTo>
                  <a:lnTo>
                    <a:pt x="4664964" y="0"/>
                  </a:lnTo>
                  <a:lnTo>
                    <a:pt x="0" y="4664964"/>
                  </a:lnTo>
                  <a:lnTo>
                    <a:pt x="0" y="3273679"/>
                  </a:lnTo>
                  <a:close/>
                </a:path>
              </a:pathLst>
            </a:custGeom>
            <a:solidFill>
              <a:srgbClr val="1F0D69">
                <a:alpha val="0"/>
              </a:srgbClr>
            </a:solidFill>
          </p:spPr>
        </p:sp>
      </p:grpSp>
      <p:grpSp>
        <p:nvGrpSpPr>
          <p:cNvPr name="Group 68" id="68"/>
          <p:cNvGrpSpPr/>
          <p:nvPr/>
        </p:nvGrpSpPr>
        <p:grpSpPr>
          <a:xfrm rot="0">
            <a:off x="9074734" y="2809856"/>
            <a:ext cx="573776" cy="573776"/>
            <a:chOff x="0" y="0"/>
            <a:chExt cx="765035" cy="765035"/>
          </a:xfrm>
        </p:grpSpPr>
        <p:sp>
          <p:nvSpPr>
            <p:cNvPr name="Freeform 69" id="69"/>
            <p:cNvSpPr/>
            <p:nvPr/>
          </p:nvSpPr>
          <p:spPr>
            <a:xfrm flipH="false" flipV="false" rot="0">
              <a:off x="0" y="0"/>
              <a:ext cx="765048" cy="765048"/>
            </a:xfrm>
            <a:custGeom>
              <a:avLst/>
              <a:gdLst/>
              <a:ahLst/>
              <a:cxnLst/>
              <a:rect r="r" b="b" t="t" l="l"/>
              <a:pathLst>
                <a:path h="765048" w="765048">
                  <a:moveTo>
                    <a:pt x="765048" y="0"/>
                  </a:moveTo>
                  <a:lnTo>
                    <a:pt x="765048" y="382524"/>
                  </a:lnTo>
                  <a:lnTo>
                    <a:pt x="382524" y="765048"/>
                  </a:lnTo>
                  <a:lnTo>
                    <a:pt x="0" y="765048"/>
                  </a:lnTo>
                  <a:close/>
                </a:path>
              </a:pathLst>
            </a:custGeom>
            <a:solidFill>
              <a:srgbClr val="2634AC">
                <a:alpha val="63922"/>
              </a:srgbClr>
            </a:solidFill>
          </p:spPr>
        </p:sp>
      </p:grpSp>
      <p:grpSp>
        <p:nvGrpSpPr>
          <p:cNvPr name="Group 70" id="70"/>
          <p:cNvGrpSpPr/>
          <p:nvPr/>
        </p:nvGrpSpPr>
        <p:grpSpPr>
          <a:xfrm rot="0">
            <a:off x="8787851" y="2522972"/>
            <a:ext cx="860669" cy="860669"/>
            <a:chOff x="0" y="0"/>
            <a:chExt cx="1147559" cy="1147559"/>
          </a:xfrm>
        </p:grpSpPr>
        <p:sp>
          <p:nvSpPr>
            <p:cNvPr name="Freeform 71" id="71"/>
            <p:cNvSpPr/>
            <p:nvPr/>
          </p:nvSpPr>
          <p:spPr>
            <a:xfrm flipH="false" flipV="false" rot="0">
              <a:off x="0" y="0"/>
              <a:ext cx="1147572" cy="1147572"/>
            </a:xfrm>
            <a:custGeom>
              <a:avLst/>
              <a:gdLst/>
              <a:ahLst/>
              <a:cxnLst/>
              <a:rect r="r" b="b" t="t" l="l"/>
              <a:pathLst>
                <a:path h="1147572" w="1147572">
                  <a:moveTo>
                    <a:pt x="1147572" y="0"/>
                  </a:moveTo>
                  <a:lnTo>
                    <a:pt x="1147572" y="650240"/>
                  </a:lnTo>
                  <a:lnTo>
                    <a:pt x="650240" y="1147572"/>
                  </a:lnTo>
                  <a:lnTo>
                    <a:pt x="0" y="1147572"/>
                  </a:lnTo>
                  <a:close/>
                </a:path>
              </a:pathLst>
            </a:custGeom>
            <a:solidFill>
              <a:srgbClr val="252EA1">
                <a:alpha val="44706"/>
              </a:srgbClr>
            </a:solidFill>
          </p:spPr>
        </p:sp>
      </p:grpSp>
      <p:grpSp>
        <p:nvGrpSpPr>
          <p:cNvPr name="Group 72" id="72"/>
          <p:cNvGrpSpPr/>
          <p:nvPr/>
        </p:nvGrpSpPr>
        <p:grpSpPr>
          <a:xfrm rot="0">
            <a:off x="8500958" y="2236079"/>
            <a:ext cx="1147553" cy="1147553"/>
            <a:chOff x="0" y="0"/>
            <a:chExt cx="1530071" cy="1530071"/>
          </a:xfrm>
        </p:grpSpPr>
        <p:sp>
          <p:nvSpPr>
            <p:cNvPr name="Freeform 73" id="73"/>
            <p:cNvSpPr/>
            <p:nvPr/>
          </p:nvSpPr>
          <p:spPr>
            <a:xfrm flipH="false" flipV="false" rot="0">
              <a:off x="0" y="0"/>
              <a:ext cx="1530096" cy="1530096"/>
            </a:xfrm>
            <a:custGeom>
              <a:avLst/>
              <a:gdLst/>
              <a:ahLst/>
              <a:cxnLst/>
              <a:rect r="r" b="b" t="t" l="l"/>
              <a:pathLst>
                <a:path h="1530096" w="1530096">
                  <a:moveTo>
                    <a:pt x="1530096" y="0"/>
                  </a:moveTo>
                  <a:lnTo>
                    <a:pt x="1530096" y="650240"/>
                  </a:lnTo>
                  <a:lnTo>
                    <a:pt x="650240" y="1530096"/>
                  </a:lnTo>
                  <a:lnTo>
                    <a:pt x="0" y="1530096"/>
                  </a:lnTo>
                  <a:close/>
                </a:path>
              </a:pathLst>
            </a:custGeom>
            <a:solidFill>
              <a:srgbClr val="242796">
                <a:alpha val="29020"/>
              </a:srgbClr>
            </a:solidFill>
          </p:spPr>
        </p:sp>
      </p:grpSp>
      <p:grpSp>
        <p:nvGrpSpPr>
          <p:cNvPr name="Group 74" id="74"/>
          <p:cNvGrpSpPr/>
          <p:nvPr/>
        </p:nvGrpSpPr>
        <p:grpSpPr>
          <a:xfrm rot="0">
            <a:off x="8214074" y="1949196"/>
            <a:ext cx="1434446" cy="1434446"/>
            <a:chOff x="0" y="0"/>
            <a:chExt cx="1912595" cy="1912595"/>
          </a:xfrm>
        </p:grpSpPr>
        <p:sp>
          <p:nvSpPr>
            <p:cNvPr name="Freeform 75" id="75"/>
            <p:cNvSpPr/>
            <p:nvPr/>
          </p:nvSpPr>
          <p:spPr>
            <a:xfrm flipH="false" flipV="false" rot="0">
              <a:off x="0" y="0"/>
              <a:ext cx="1912620" cy="1912620"/>
            </a:xfrm>
            <a:custGeom>
              <a:avLst/>
              <a:gdLst/>
              <a:ahLst/>
              <a:cxnLst/>
              <a:rect r="r" b="b" t="t" l="l"/>
              <a:pathLst>
                <a:path h="1912620" w="1912620">
                  <a:moveTo>
                    <a:pt x="1912620" y="0"/>
                  </a:moveTo>
                  <a:lnTo>
                    <a:pt x="1912620" y="650240"/>
                  </a:lnTo>
                  <a:lnTo>
                    <a:pt x="650240" y="1912620"/>
                  </a:lnTo>
                  <a:lnTo>
                    <a:pt x="0" y="1912620"/>
                  </a:lnTo>
                  <a:close/>
                </a:path>
              </a:pathLst>
            </a:custGeom>
            <a:solidFill>
              <a:srgbClr val="23218A">
                <a:alpha val="15686"/>
              </a:srgbClr>
            </a:solidFill>
          </p:spPr>
        </p:sp>
      </p:grpSp>
      <p:grpSp>
        <p:nvGrpSpPr>
          <p:cNvPr name="Group 76" id="76"/>
          <p:cNvGrpSpPr/>
          <p:nvPr/>
        </p:nvGrpSpPr>
        <p:grpSpPr>
          <a:xfrm rot="0">
            <a:off x="7927181" y="1662303"/>
            <a:ext cx="1721329" cy="1721329"/>
            <a:chOff x="0" y="0"/>
            <a:chExt cx="2295106" cy="2295106"/>
          </a:xfrm>
        </p:grpSpPr>
        <p:sp>
          <p:nvSpPr>
            <p:cNvPr name="Freeform 77" id="77"/>
            <p:cNvSpPr/>
            <p:nvPr/>
          </p:nvSpPr>
          <p:spPr>
            <a:xfrm flipH="false" flipV="false" rot="0">
              <a:off x="0" y="0"/>
              <a:ext cx="2295144" cy="2295144"/>
            </a:xfrm>
            <a:custGeom>
              <a:avLst/>
              <a:gdLst/>
              <a:ahLst/>
              <a:cxnLst/>
              <a:rect r="r" b="b" t="t" l="l"/>
              <a:pathLst>
                <a:path h="2295144" w="2295144">
                  <a:moveTo>
                    <a:pt x="2295144" y="0"/>
                  </a:moveTo>
                  <a:lnTo>
                    <a:pt x="2295144" y="650240"/>
                  </a:lnTo>
                  <a:lnTo>
                    <a:pt x="650240" y="2295144"/>
                  </a:lnTo>
                  <a:lnTo>
                    <a:pt x="0" y="2295144"/>
                  </a:lnTo>
                  <a:close/>
                </a:path>
              </a:pathLst>
            </a:custGeom>
            <a:solidFill>
              <a:srgbClr val="211A7F">
                <a:alpha val="7059"/>
              </a:srgbClr>
            </a:solidFill>
          </p:spPr>
        </p:sp>
      </p:grpSp>
      <p:grpSp>
        <p:nvGrpSpPr>
          <p:cNvPr name="Group 78" id="78"/>
          <p:cNvGrpSpPr/>
          <p:nvPr/>
        </p:nvGrpSpPr>
        <p:grpSpPr>
          <a:xfrm rot="0">
            <a:off x="7927181" y="1662303"/>
            <a:ext cx="1721329" cy="1721329"/>
            <a:chOff x="0" y="0"/>
            <a:chExt cx="2295106" cy="2295106"/>
          </a:xfrm>
        </p:grpSpPr>
        <p:sp>
          <p:nvSpPr>
            <p:cNvPr name="Freeform 79" id="79"/>
            <p:cNvSpPr/>
            <p:nvPr/>
          </p:nvSpPr>
          <p:spPr>
            <a:xfrm flipH="false" flipV="false" rot="0">
              <a:off x="0" y="0"/>
              <a:ext cx="2295144" cy="2295144"/>
            </a:xfrm>
            <a:custGeom>
              <a:avLst/>
              <a:gdLst/>
              <a:ahLst/>
              <a:cxnLst/>
              <a:rect r="r" b="b" t="t" l="l"/>
              <a:pathLst>
                <a:path h="2295144" w="2295144">
                  <a:moveTo>
                    <a:pt x="1912620" y="0"/>
                  </a:moveTo>
                  <a:lnTo>
                    <a:pt x="2295144" y="0"/>
                  </a:lnTo>
                  <a:lnTo>
                    <a:pt x="2295144" y="267716"/>
                  </a:lnTo>
                  <a:lnTo>
                    <a:pt x="267716" y="2295144"/>
                  </a:lnTo>
                  <a:lnTo>
                    <a:pt x="0" y="2295144"/>
                  </a:lnTo>
                  <a:lnTo>
                    <a:pt x="0" y="1912620"/>
                  </a:lnTo>
                  <a:close/>
                </a:path>
              </a:pathLst>
            </a:custGeom>
            <a:solidFill>
              <a:srgbClr val="201474">
                <a:alpha val="1569"/>
              </a:srgbClr>
            </a:solidFill>
          </p:spPr>
        </p:sp>
      </p:grpSp>
      <p:grpSp>
        <p:nvGrpSpPr>
          <p:cNvPr name="Group 80" id="80"/>
          <p:cNvGrpSpPr/>
          <p:nvPr/>
        </p:nvGrpSpPr>
        <p:grpSpPr>
          <a:xfrm rot="0">
            <a:off x="7927181" y="1662303"/>
            <a:ext cx="1635262" cy="1635262"/>
            <a:chOff x="0" y="0"/>
            <a:chExt cx="2180349" cy="2180349"/>
          </a:xfrm>
        </p:grpSpPr>
        <p:sp>
          <p:nvSpPr>
            <p:cNvPr name="Freeform 81" id="81"/>
            <p:cNvSpPr/>
            <p:nvPr/>
          </p:nvSpPr>
          <p:spPr>
            <a:xfrm flipH="false" flipV="false" rot="0">
              <a:off x="0" y="0"/>
              <a:ext cx="2180336" cy="2180336"/>
            </a:xfrm>
            <a:custGeom>
              <a:avLst/>
              <a:gdLst/>
              <a:ahLst/>
              <a:cxnLst/>
              <a:rect r="r" b="b" t="t" l="l"/>
              <a:pathLst>
                <a:path h="2180336" w="2180336">
                  <a:moveTo>
                    <a:pt x="1530096" y="0"/>
                  </a:moveTo>
                  <a:lnTo>
                    <a:pt x="2180336" y="0"/>
                  </a:lnTo>
                  <a:lnTo>
                    <a:pt x="0" y="2180336"/>
                  </a:lnTo>
                  <a:lnTo>
                    <a:pt x="0" y="1530096"/>
                  </a:lnTo>
                  <a:close/>
                </a:path>
              </a:pathLst>
            </a:custGeom>
            <a:solidFill>
              <a:srgbClr val="1F0D69">
                <a:alpha val="0"/>
              </a:srgbClr>
            </a:solidFill>
          </p:spPr>
        </p:sp>
      </p:grpSp>
      <p:grpSp>
        <p:nvGrpSpPr>
          <p:cNvPr name="Group 82" id="82"/>
          <p:cNvGrpSpPr/>
          <p:nvPr/>
        </p:nvGrpSpPr>
        <p:grpSpPr>
          <a:xfrm rot="0">
            <a:off x="547897" y="373570"/>
            <a:ext cx="418252" cy="494300"/>
            <a:chOff x="0" y="0"/>
            <a:chExt cx="557670" cy="659066"/>
          </a:xfrm>
        </p:grpSpPr>
        <p:sp>
          <p:nvSpPr>
            <p:cNvPr name="Freeform 83" id="83"/>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84" id="84"/>
          <p:cNvGrpSpPr/>
          <p:nvPr/>
        </p:nvGrpSpPr>
        <p:grpSpPr>
          <a:xfrm rot="0">
            <a:off x="547897" y="373570"/>
            <a:ext cx="418252" cy="494300"/>
            <a:chOff x="0" y="0"/>
            <a:chExt cx="557670" cy="659066"/>
          </a:xfrm>
        </p:grpSpPr>
        <p:sp>
          <p:nvSpPr>
            <p:cNvPr name="Freeform 85" id="85"/>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86" id="86"/>
          <p:cNvGrpSpPr/>
          <p:nvPr/>
        </p:nvGrpSpPr>
        <p:grpSpPr>
          <a:xfrm rot="0">
            <a:off x="547897" y="373570"/>
            <a:ext cx="418252" cy="494300"/>
            <a:chOff x="0" y="0"/>
            <a:chExt cx="557670" cy="659066"/>
          </a:xfrm>
        </p:grpSpPr>
        <p:sp>
          <p:nvSpPr>
            <p:cNvPr name="Freeform 87" id="87"/>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88" id="88"/>
          <p:cNvGrpSpPr/>
          <p:nvPr/>
        </p:nvGrpSpPr>
        <p:grpSpPr>
          <a:xfrm rot="0">
            <a:off x="547897" y="373570"/>
            <a:ext cx="418252" cy="494300"/>
            <a:chOff x="0" y="0"/>
            <a:chExt cx="557670" cy="659066"/>
          </a:xfrm>
        </p:grpSpPr>
        <p:sp>
          <p:nvSpPr>
            <p:cNvPr name="Freeform 89" id="89"/>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90" id="90"/>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91" id="91"/>
          <p:cNvSpPr txBox="true"/>
          <p:nvPr/>
        </p:nvSpPr>
        <p:spPr>
          <a:xfrm rot="0">
            <a:off x="1354303" y="1153011"/>
            <a:ext cx="2562463" cy="438864"/>
          </a:xfrm>
          <a:prstGeom prst="rect">
            <a:avLst/>
          </a:prstGeom>
        </p:spPr>
        <p:txBody>
          <a:bodyPr anchor="t" rtlCol="false" tIns="0" lIns="0" bIns="0" rIns="0">
            <a:spAutoFit/>
          </a:bodyPr>
          <a:lstStyle/>
          <a:p>
            <a:pPr algn="l">
              <a:lnSpc>
                <a:spcPts val="3242"/>
              </a:lnSpc>
            </a:pPr>
            <a:r>
              <a:rPr lang="en-US" sz="1801" spc="150">
                <a:solidFill>
                  <a:srgbClr val="C4ECFF"/>
                </a:solidFill>
                <a:latin typeface="DM Sans"/>
                <a:ea typeface="DM Sans"/>
                <a:cs typeface="DM Sans"/>
                <a:sym typeface="DM Sans"/>
              </a:rPr>
              <a:t>MOTIVACIÓN</a:t>
            </a:r>
          </a:p>
        </p:txBody>
      </p:sp>
      <p:sp>
        <p:nvSpPr>
          <p:cNvPr name="TextBox 92" id="92"/>
          <p:cNvSpPr txBox="true"/>
          <p:nvPr/>
        </p:nvSpPr>
        <p:spPr>
          <a:xfrm rot="0">
            <a:off x="1354303" y="1778279"/>
            <a:ext cx="7504081" cy="1172537"/>
          </a:xfrm>
          <a:prstGeom prst="rect">
            <a:avLst/>
          </a:prstGeom>
        </p:spPr>
        <p:txBody>
          <a:bodyPr anchor="t" rtlCol="false" tIns="0" lIns="0" bIns="0" rIns="0">
            <a:spAutoFit/>
          </a:bodyPr>
          <a:lstStyle/>
          <a:p>
            <a:pPr algn="l">
              <a:lnSpc>
                <a:spcPts val="6485"/>
              </a:lnSpc>
            </a:pPr>
            <a:r>
              <a:rPr lang="en-US" sz="5404">
                <a:solidFill>
                  <a:srgbClr val="C4ECFF"/>
                </a:solidFill>
                <a:latin typeface="Arimo"/>
                <a:ea typeface="Arimo"/>
                <a:cs typeface="Arimo"/>
                <a:sym typeface="Arimo"/>
              </a:rPr>
              <a:t>Por qué blockchain</a:t>
            </a:r>
          </a:p>
        </p:txBody>
      </p:sp>
      <p:sp>
        <p:nvSpPr>
          <p:cNvPr name="TextBox 93" id="93"/>
          <p:cNvSpPr txBox="true"/>
          <p:nvPr/>
        </p:nvSpPr>
        <p:spPr>
          <a:xfrm rot="0">
            <a:off x="1354303" y="2989402"/>
            <a:ext cx="8053159" cy="945632"/>
          </a:xfrm>
          <a:prstGeom prst="rect">
            <a:avLst/>
          </a:prstGeom>
        </p:spPr>
        <p:txBody>
          <a:bodyPr anchor="t" rtlCol="false" tIns="0" lIns="0" bIns="0" rIns="0">
            <a:spAutoFit/>
          </a:bodyPr>
          <a:lstStyle/>
          <a:p>
            <a:pPr algn="l">
              <a:lnSpc>
                <a:spcPts val="3278"/>
              </a:lnSpc>
            </a:pPr>
            <a:r>
              <a:rPr lang="en-US" sz="2101">
                <a:solidFill>
                  <a:srgbClr val="C2C5CC"/>
                </a:solidFill>
                <a:latin typeface="DM Sans"/>
                <a:ea typeface="DM Sans"/>
                <a:cs typeface="DM Sans"/>
                <a:sym typeface="DM Sans"/>
              </a:rPr>
              <a:t>Un servidor central solo puede prometer las reglas. Un contrato las hace cumplir, y cualquiera puede verificar estado y eventos.</a:t>
            </a:r>
          </a:p>
        </p:txBody>
      </p:sp>
      <p:grpSp>
        <p:nvGrpSpPr>
          <p:cNvPr name="Group 94" id="94"/>
          <p:cNvGrpSpPr/>
          <p:nvPr/>
        </p:nvGrpSpPr>
        <p:grpSpPr>
          <a:xfrm rot="0">
            <a:off x="1398756" y="4392549"/>
            <a:ext cx="2339873" cy="638823"/>
            <a:chOff x="0" y="0"/>
            <a:chExt cx="3119831" cy="851764"/>
          </a:xfrm>
        </p:grpSpPr>
        <p:sp>
          <p:nvSpPr>
            <p:cNvPr name="Freeform 95" id="95"/>
            <p:cNvSpPr/>
            <p:nvPr/>
          </p:nvSpPr>
          <p:spPr>
            <a:xfrm flipH="false" flipV="false" rot="0">
              <a:off x="0" y="0"/>
              <a:ext cx="3119882" cy="851789"/>
            </a:xfrm>
            <a:custGeom>
              <a:avLst/>
              <a:gdLst/>
              <a:ahLst/>
              <a:cxnLst/>
              <a:rect r="r" b="b" t="t" l="l"/>
              <a:pathLst>
                <a:path h="851789" w="3119882">
                  <a:moveTo>
                    <a:pt x="0" y="0"/>
                  </a:moveTo>
                  <a:lnTo>
                    <a:pt x="3119882" y="0"/>
                  </a:lnTo>
                  <a:lnTo>
                    <a:pt x="0" y="851789"/>
                  </a:lnTo>
                  <a:close/>
                </a:path>
              </a:pathLst>
            </a:custGeom>
            <a:solidFill>
              <a:srgbClr val="273DBB"/>
            </a:solidFill>
          </p:spPr>
        </p:sp>
      </p:grpSp>
      <p:grpSp>
        <p:nvGrpSpPr>
          <p:cNvPr name="Group 96" id="96"/>
          <p:cNvGrpSpPr/>
          <p:nvPr/>
        </p:nvGrpSpPr>
        <p:grpSpPr>
          <a:xfrm rot="0">
            <a:off x="1398756" y="4392549"/>
            <a:ext cx="4679756" cy="1277645"/>
            <a:chOff x="0" y="0"/>
            <a:chExt cx="6239675" cy="1703527"/>
          </a:xfrm>
        </p:grpSpPr>
        <p:sp>
          <p:nvSpPr>
            <p:cNvPr name="Freeform 97" id="97"/>
            <p:cNvSpPr/>
            <p:nvPr/>
          </p:nvSpPr>
          <p:spPr>
            <a:xfrm flipH="false" flipV="false" rot="0">
              <a:off x="0" y="0"/>
              <a:ext cx="6239637" cy="1703578"/>
            </a:xfrm>
            <a:custGeom>
              <a:avLst/>
              <a:gdLst/>
              <a:ahLst/>
              <a:cxnLst/>
              <a:rect r="r" b="b" t="t" l="l"/>
              <a:pathLst>
                <a:path h="1703578" w="6239637">
                  <a:moveTo>
                    <a:pt x="935990" y="0"/>
                  </a:moveTo>
                  <a:lnTo>
                    <a:pt x="6239637" y="0"/>
                  </a:lnTo>
                  <a:lnTo>
                    <a:pt x="0" y="1703578"/>
                  </a:lnTo>
                  <a:lnTo>
                    <a:pt x="0" y="255524"/>
                  </a:lnTo>
                  <a:close/>
                </a:path>
              </a:pathLst>
            </a:custGeom>
            <a:solidFill>
              <a:srgbClr val="253AB6"/>
            </a:solidFill>
          </p:spPr>
        </p:sp>
      </p:grpSp>
      <p:grpSp>
        <p:nvGrpSpPr>
          <p:cNvPr name="Group 98" id="98"/>
          <p:cNvGrpSpPr/>
          <p:nvPr/>
        </p:nvGrpSpPr>
        <p:grpSpPr>
          <a:xfrm rot="0">
            <a:off x="1398756" y="4392549"/>
            <a:ext cx="7019639" cy="1916459"/>
            <a:chOff x="0" y="0"/>
            <a:chExt cx="9359519" cy="2555278"/>
          </a:xfrm>
        </p:grpSpPr>
        <p:sp>
          <p:nvSpPr>
            <p:cNvPr name="Freeform 99" id="99"/>
            <p:cNvSpPr/>
            <p:nvPr/>
          </p:nvSpPr>
          <p:spPr>
            <a:xfrm flipH="false" flipV="false" rot="0">
              <a:off x="0" y="0"/>
              <a:ext cx="9359519" cy="2555240"/>
            </a:xfrm>
            <a:custGeom>
              <a:avLst/>
              <a:gdLst/>
              <a:ahLst/>
              <a:cxnLst/>
              <a:rect r="r" b="b" t="t" l="l"/>
              <a:pathLst>
                <a:path h="2555240" w="9359519">
                  <a:moveTo>
                    <a:pt x="4055745" y="0"/>
                  </a:moveTo>
                  <a:lnTo>
                    <a:pt x="9359519" y="0"/>
                  </a:lnTo>
                  <a:lnTo>
                    <a:pt x="0" y="2555240"/>
                  </a:lnTo>
                  <a:lnTo>
                    <a:pt x="0" y="1107313"/>
                  </a:lnTo>
                  <a:close/>
                </a:path>
              </a:pathLst>
            </a:custGeom>
            <a:solidFill>
              <a:srgbClr val="2437B1"/>
            </a:solidFill>
          </p:spPr>
        </p:sp>
      </p:grpSp>
      <p:grpSp>
        <p:nvGrpSpPr>
          <p:cNvPr name="Group 100" id="100"/>
          <p:cNvGrpSpPr/>
          <p:nvPr/>
        </p:nvGrpSpPr>
        <p:grpSpPr>
          <a:xfrm rot="0">
            <a:off x="1398756" y="4392549"/>
            <a:ext cx="9359513" cy="2555281"/>
            <a:chOff x="0" y="0"/>
            <a:chExt cx="12479350" cy="3407042"/>
          </a:xfrm>
        </p:grpSpPr>
        <p:sp>
          <p:nvSpPr>
            <p:cNvPr name="Freeform 101" id="101"/>
            <p:cNvSpPr/>
            <p:nvPr/>
          </p:nvSpPr>
          <p:spPr>
            <a:xfrm flipH="false" flipV="false" rot="0">
              <a:off x="0" y="0"/>
              <a:ext cx="12479401" cy="3407029"/>
            </a:xfrm>
            <a:custGeom>
              <a:avLst/>
              <a:gdLst/>
              <a:ahLst/>
              <a:cxnLst/>
              <a:rect r="r" b="b" t="t" l="l"/>
              <a:pathLst>
                <a:path h="3407029" w="12479401">
                  <a:moveTo>
                    <a:pt x="7175627" y="0"/>
                  </a:moveTo>
                  <a:lnTo>
                    <a:pt x="12479401" y="0"/>
                  </a:lnTo>
                  <a:lnTo>
                    <a:pt x="0" y="3407029"/>
                  </a:lnTo>
                  <a:lnTo>
                    <a:pt x="0" y="1959102"/>
                  </a:lnTo>
                  <a:close/>
                </a:path>
              </a:pathLst>
            </a:custGeom>
            <a:solidFill>
              <a:srgbClr val="2234AC"/>
            </a:solidFill>
          </p:spPr>
        </p:sp>
      </p:grpSp>
      <p:grpSp>
        <p:nvGrpSpPr>
          <p:cNvPr name="Group 102" id="102"/>
          <p:cNvGrpSpPr/>
          <p:nvPr/>
        </p:nvGrpSpPr>
        <p:grpSpPr>
          <a:xfrm rot="0">
            <a:off x="1398756" y="4392549"/>
            <a:ext cx="11699396" cy="3194104"/>
            <a:chOff x="0" y="0"/>
            <a:chExt cx="15599194" cy="4258805"/>
          </a:xfrm>
        </p:grpSpPr>
        <p:sp>
          <p:nvSpPr>
            <p:cNvPr name="Freeform 103" id="103"/>
            <p:cNvSpPr/>
            <p:nvPr/>
          </p:nvSpPr>
          <p:spPr>
            <a:xfrm flipH="false" flipV="false" rot="0">
              <a:off x="0" y="0"/>
              <a:ext cx="15599283" cy="4258818"/>
            </a:xfrm>
            <a:custGeom>
              <a:avLst/>
              <a:gdLst/>
              <a:ahLst/>
              <a:cxnLst/>
              <a:rect r="r" b="b" t="t" l="l"/>
              <a:pathLst>
                <a:path h="4258818" w="15599283">
                  <a:moveTo>
                    <a:pt x="10295509" y="0"/>
                  </a:moveTo>
                  <a:lnTo>
                    <a:pt x="15599283" y="0"/>
                  </a:lnTo>
                  <a:lnTo>
                    <a:pt x="0" y="4258818"/>
                  </a:lnTo>
                  <a:lnTo>
                    <a:pt x="0" y="2810764"/>
                  </a:lnTo>
                  <a:close/>
                </a:path>
              </a:pathLst>
            </a:custGeom>
            <a:solidFill>
              <a:srgbClr val="2032A7"/>
            </a:solidFill>
          </p:spPr>
        </p:sp>
      </p:grpSp>
      <p:grpSp>
        <p:nvGrpSpPr>
          <p:cNvPr name="Group 104" id="104"/>
          <p:cNvGrpSpPr/>
          <p:nvPr/>
        </p:nvGrpSpPr>
        <p:grpSpPr>
          <a:xfrm rot="0">
            <a:off x="1398756" y="4392549"/>
            <a:ext cx="14039269" cy="3758822"/>
            <a:chOff x="0" y="0"/>
            <a:chExt cx="18719025" cy="5011763"/>
          </a:xfrm>
        </p:grpSpPr>
        <p:sp>
          <p:nvSpPr>
            <p:cNvPr name="Freeform 105" id="105"/>
            <p:cNvSpPr/>
            <p:nvPr/>
          </p:nvSpPr>
          <p:spPr>
            <a:xfrm flipH="false" flipV="false" rot="0">
              <a:off x="0" y="0"/>
              <a:ext cx="18719037" cy="5011801"/>
            </a:xfrm>
            <a:custGeom>
              <a:avLst/>
              <a:gdLst/>
              <a:ahLst/>
              <a:cxnLst/>
              <a:rect r="r" b="b" t="t" l="l"/>
              <a:pathLst>
                <a:path h="5011801" w="18719037">
                  <a:moveTo>
                    <a:pt x="13415263" y="0"/>
                  </a:moveTo>
                  <a:lnTo>
                    <a:pt x="18719037" y="0"/>
                  </a:lnTo>
                  <a:lnTo>
                    <a:pt x="361823" y="5011801"/>
                  </a:lnTo>
                  <a:lnTo>
                    <a:pt x="0" y="4613656"/>
                  </a:lnTo>
                  <a:lnTo>
                    <a:pt x="0" y="3662553"/>
                  </a:lnTo>
                  <a:close/>
                </a:path>
              </a:pathLst>
            </a:custGeom>
            <a:solidFill>
              <a:srgbClr val="1E2FA2"/>
            </a:solidFill>
          </p:spPr>
        </p:sp>
      </p:grpSp>
      <p:grpSp>
        <p:nvGrpSpPr>
          <p:cNvPr name="Group 106" id="106"/>
          <p:cNvGrpSpPr/>
          <p:nvPr/>
        </p:nvGrpSpPr>
        <p:grpSpPr>
          <a:xfrm rot="0">
            <a:off x="1398756" y="4392549"/>
            <a:ext cx="14937800" cy="4152338"/>
            <a:chOff x="0" y="0"/>
            <a:chExt cx="19917067" cy="5536451"/>
          </a:xfrm>
        </p:grpSpPr>
        <p:sp>
          <p:nvSpPr>
            <p:cNvPr name="Freeform 107" id="107"/>
            <p:cNvSpPr/>
            <p:nvPr/>
          </p:nvSpPr>
          <p:spPr>
            <a:xfrm flipH="false" flipV="false" rot="0">
              <a:off x="0" y="0"/>
              <a:ext cx="19917156" cy="5536438"/>
            </a:xfrm>
            <a:custGeom>
              <a:avLst/>
              <a:gdLst/>
              <a:ahLst/>
              <a:cxnLst/>
              <a:rect r="r" b="b" t="t" l="l"/>
              <a:pathLst>
                <a:path h="5536438" w="19917156">
                  <a:moveTo>
                    <a:pt x="16535146" y="0"/>
                  </a:moveTo>
                  <a:lnTo>
                    <a:pt x="19440144" y="0"/>
                  </a:lnTo>
                  <a:lnTo>
                    <a:pt x="19917156" y="524637"/>
                  </a:lnTo>
                  <a:lnTo>
                    <a:pt x="1559941" y="5536438"/>
                  </a:lnTo>
                  <a:lnTo>
                    <a:pt x="838835" y="5536438"/>
                  </a:lnTo>
                  <a:lnTo>
                    <a:pt x="0" y="4613656"/>
                  </a:lnTo>
                  <a:lnTo>
                    <a:pt x="0" y="4514342"/>
                  </a:lnTo>
                  <a:close/>
                </a:path>
              </a:pathLst>
            </a:custGeom>
            <a:solidFill>
              <a:srgbClr val="1D2C9E"/>
            </a:solidFill>
          </p:spPr>
        </p:sp>
      </p:grpSp>
      <p:grpSp>
        <p:nvGrpSpPr>
          <p:cNvPr name="Group 108" id="108"/>
          <p:cNvGrpSpPr/>
          <p:nvPr/>
        </p:nvGrpSpPr>
        <p:grpSpPr>
          <a:xfrm rot="0">
            <a:off x="1809740" y="4427801"/>
            <a:ext cx="14798221" cy="4117086"/>
            <a:chOff x="0" y="0"/>
            <a:chExt cx="19730961" cy="5489448"/>
          </a:xfrm>
        </p:grpSpPr>
        <p:sp>
          <p:nvSpPr>
            <p:cNvPr name="Freeform 109" id="109"/>
            <p:cNvSpPr/>
            <p:nvPr/>
          </p:nvSpPr>
          <p:spPr>
            <a:xfrm flipH="false" flipV="false" rot="0">
              <a:off x="0" y="0"/>
              <a:ext cx="19730975" cy="5489448"/>
            </a:xfrm>
            <a:custGeom>
              <a:avLst/>
              <a:gdLst/>
              <a:ahLst/>
              <a:cxnLst/>
              <a:rect r="r" b="b" t="t" l="l"/>
              <a:pathLst>
                <a:path h="5489448" w="19730975">
                  <a:moveTo>
                    <a:pt x="18934812" y="0"/>
                  </a:moveTo>
                  <a:lnTo>
                    <a:pt x="19730975" y="875792"/>
                  </a:lnTo>
                  <a:lnTo>
                    <a:pt x="19730975" y="1230630"/>
                  </a:lnTo>
                  <a:lnTo>
                    <a:pt x="4131818" y="5489448"/>
                  </a:lnTo>
                  <a:lnTo>
                    <a:pt x="290830" y="5489448"/>
                  </a:lnTo>
                  <a:lnTo>
                    <a:pt x="0" y="5169535"/>
                  </a:lnTo>
                  <a:close/>
                </a:path>
              </a:pathLst>
            </a:custGeom>
            <a:solidFill>
              <a:srgbClr val="1B2999"/>
            </a:solidFill>
          </p:spPr>
        </p:sp>
      </p:grpSp>
      <p:grpSp>
        <p:nvGrpSpPr>
          <p:cNvPr name="Group 110" id="110"/>
          <p:cNvGrpSpPr/>
          <p:nvPr/>
        </p:nvGrpSpPr>
        <p:grpSpPr>
          <a:xfrm rot="0">
            <a:off x="3270656" y="4939598"/>
            <a:ext cx="13337305" cy="3605289"/>
            <a:chOff x="0" y="0"/>
            <a:chExt cx="17783073" cy="4807052"/>
          </a:xfrm>
        </p:grpSpPr>
        <p:sp>
          <p:nvSpPr>
            <p:cNvPr name="Freeform 111" id="111"/>
            <p:cNvSpPr/>
            <p:nvPr/>
          </p:nvSpPr>
          <p:spPr>
            <a:xfrm flipH="false" flipV="false" rot="0">
              <a:off x="0" y="0"/>
              <a:ext cx="17783048" cy="4807077"/>
            </a:xfrm>
            <a:custGeom>
              <a:avLst/>
              <a:gdLst/>
              <a:ahLst/>
              <a:cxnLst/>
              <a:rect r="r" b="b" t="t" l="l"/>
              <a:pathLst>
                <a:path h="4807077" w="17783048">
                  <a:moveTo>
                    <a:pt x="17607280" y="0"/>
                  </a:moveTo>
                  <a:lnTo>
                    <a:pt x="17783048" y="193294"/>
                  </a:lnTo>
                  <a:lnTo>
                    <a:pt x="17783048" y="1399921"/>
                  </a:lnTo>
                  <a:lnTo>
                    <a:pt x="5303774" y="4807077"/>
                  </a:lnTo>
                  <a:lnTo>
                    <a:pt x="0" y="4807077"/>
                  </a:lnTo>
                  <a:close/>
                </a:path>
              </a:pathLst>
            </a:custGeom>
            <a:solidFill>
              <a:srgbClr val="192694"/>
            </a:solidFill>
          </p:spPr>
        </p:sp>
      </p:grpSp>
      <p:grpSp>
        <p:nvGrpSpPr>
          <p:cNvPr name="Group 112" id="112"/>
          <p:cNvGrpSpPr/>
          <p:nvPr/>
        </p:nvGrpSpPr>
        <p:grpSpPr>
          <a:xfrm rot="0">
            <a:off x="5610530" y="5542426"/>
            <a:ext cx="10997432" cy="3002451"/>
            <a:chOff x="0" y="0"/>
            <a:chExt cx="14663242" cy="4003269"/>
          </a:xfrm>
        </p:grpSpPr>
        <p:sp>
          <p:nvSpPr>
            <p:cNvPr name="Freeform 113" id="113"/>
            <p:cNvSpPr/>
            <p:nvPr/>
          </p:nvSpPr>
          <p:spPr>
            <a:xfrm flipH="false" flipV="false" rot="0">
              <a:off x="0" y="0"/>
              <a:ext cx="14663293" cy="4003294"/>
            </a:xfrm>
            <a:custGeom>
              <a:avLst/>
              <a:gdLst/>
              <a:ahLst/>
              <a:cxnLst/>
              <a:rect r="r" b="b" t="t" l="l"/>
              <a:pathLst>
                <a:path h="4003294" w="14663293">
                  <a:moveTo>
                    <a:pt x="14663293" y="0"/>
                  </a:moveTo>
                  <a:lnTo>
                    <a:pt x="14663293" y="1448054"/>
                  </a:lnTo>
                  <a:lnTo>
                    <a:pt x="5303774" y="4003294"/>
                  </a:lnTo>
                  <a:lnTo>
                    <a:pt x="0" y="4003294"/>
                  </a:lnTo>
                  <a:close/>
                </a:path>
              </a:pathLst>
            </a:custGeom>
            <a:solidFill>
              <a:srgbClr val="17248F"/>
            </a:solidFill>
          </p:spPr>
        </p:sp>
      </p:grpSp>
      <p:grpSp>
        <p:nvGrpSpPr>
          <p:cNvPr name="Group 114" id="114"/>
          <p:cNvGrpSpPr/>
          <p:nvPr/>
        </p:nvGrpSpPr>
        <p:grpSpPr>
          <a:xfrm rot="0">
            <a:off x="7950413" y="6181249"/>
            <a:ext cx="8657549" cy="2363638"/>
            <a:chOff x="0" y="0"/>
            <a:chExt cx="11543398" cy="3151518"/>
          </a:xfrm>
        </p:grpSpPr>
        <p:sp>
          <p:nvSpPr>
            <p:cNvPr name="Freeform 115" id="115"/>
            <p:cNvSpPr/>
            <p:nvPr/>
          </p:nvSpPr>
          <p:spPr>
            <a:xfrm flipH="false" flipV="false" rot="0">
              <a:off x="0" y="0"/>
              <a:ext cx="11543411" cy="3151505"/>
            </a:xfrm>
            <a:custGeom>
              <a:avLst/>
              <a:gdLst/>
              <a:ahLst/>
              <a:cxnLst/>
              <a:rect r="r" b="b" t="t" l="l"/>
              <a:pathLst>
                <a:path h="3151505" w="11543411">
                  <a:moveTo>
                    <a:pt x="11543411" y="0"/>
                  </a:moveTo>
                  <a:lnTo>
                    <a:pt x="11543411" y="1448054"/>
                  </a:lnTo>
                  <a:lnTo>
                    <a:pt x="5303774" y="3151505"/>
                  </a:lnTo>
                  <a:lnTo>
                    <a:pt x="0" y="3151505"/>
                  </a:lnTo>
                  <a:close/>
                </a:path>
              </a:pathLst>
            </a:custGeom>
            <a:solidFill>
              <a:srgbClr val="15218A"/>
            </a:solidFill>
          </p:spPr>
        </p:sp>
      </p:grpSp>
      <p:grpSp>
        <p:nvGrpSpPr>
          <p:cNvPr name="Group 116" id="116"/>
          <p:cNvGrpSpPr/>
          <p:nvPr/>
        </p:nvGrpSpPr>
        <p:grpSpPr>
          <a:xfrm rot="0">
            <a:off x="10290296" y="6820071"/>
            <a:ext cx="6317675" cy="1724816"/>
            <a:chOff x="0" y="0"/>
            <a:chExt cx="8423567" cy="2299754"/>
          </a:xfrm>
        </p:grpSpPr>
        <p:sp>
          <p:nvSpPr>
            <p:cNvPr name="Freeform 117" id="117"/>
            <p:cNvSpPr/>
            <p:nvPr/>
          </p:nvSpPr>
          <p:spPr>
            <a:xfrm flipH="false" flipV="false" rot="0">
              <a:off x="0" y="0"/>
              <a:ext cx="8423529" cy="2299716"/>
            </a:xfrm>
            <a:custGeom>
              <a:avLst/>
              <a:gdLst/>
              <a:ahLst/>
              <a:cxnLst/>
              <a:rect r="r" b="b" t="t" l="l"/>
              <a:pathLst>
                <a:path h="2299716" w="8423529">
                  <a:moveTo>
                    <a:pt x="8423529" y="0"/>
                  </a:moveTo>
                  <a:lnTo>
                    <a:pt x="8423529" y="1448054"/>
                  </a:lnTo>
                  <a:lnTo>
                    <a:pt x="5303774" y="2299716"/>
                  </a:lnTo>
                  <a:lnTo>
                    <a:pt x="0" y="2299716"/>
                  </a:lnTo>
                  <a:close/>
                </a:path>
              </a:pathLst>
            </a:custGeom>
            <a:solidFill>
              <a:srgbClr val="141E85"/>
            </a:solidFill>
          </p:spPr>
        </p:sp>
      </p:grpSp>
      <p:grpSp>
        <p:nvGrpSpPr>
          <p:cNvPr name="Group 118" id="118"/>
          <p:cNvGrpSpPr/>
          <p:nvPr/>
        </p:nvGrpSpPr>
        <p:grpSpPr>
          <a:xfrm rot="0">
            <a:off x="12630169" y="7458885"/>
            <a:ext cx="3977792" cy="1085993"/>
            <a:chOff x="0" y="0"/>
            <a:chExt cx="5303723" cy="1447990"/>
          </a:xfrm>
        </p:grpSpPr>
        <p:sp>
          <p:nvSpPr>
            <p:cNvPr name="Freeform 119" id="119"/>
            <p:cNvSpPr/>
            <p:nvPr/>
          </p:nvSpPr>
          <p:spPr>
            <a:xfrm flipH="false" flipV="false" rot="0">
              <a:off x="0" y="0"/>
              <a:ext cx="5303774" cy="1448054"/>
            </a:xfrm>
            <a:custGeom>
              <a:avLst/>
              <a:gdLst/>
              <a:ahLst/>
              <a:cxnLst/>
              <a:rect r="r" b="b" t="t" l="l"/>
              <a:pathLst>
                <a:path h="1448054" w="5303774">
                  <a:moveTo>
                    <a:pt x="5303774" y="0"/>
                  </a:moveTo>
                  <a:lnTo>
                    <a:pt x="5303774" y="1448054"/>
                  </a:lnTo>
                  <a:lnTo>
                    <a:pt x="0" y="1448054"/>
                  </a:lnTo>
                  <a:close/>
                </a:path>
              </a:pathLst>
            </a:custGeom>
            <a:solidFill>
              <a:srgbClr val="121B80"/>
            </a:solidFill>
          </p:spPr>
        </p:sp>
      </p:grpSp>
      <p:graphicFrame>
        <p:nvGraphicFramePr>
          <p:cNvPr name="Table 120" id="120"/>
          <p:cNvGraphicFramePr>
            <a:graphicFrameLocks noGrp="true"/>
          </p:cNvGraphicFramePr>
          <p:nvPr/>
        </p:nvGraphicFramePr>
        <p:xfrm>
          <a:off x="1647207" y="4667086"/>
          <a:ext cx="14660904" cy="3431681"/>
        </p:xfrm>
        <a:graphic>
          <a:graphicData uri="http://schemas.openxmlformats.org/drawingml/2006/table">
            <a:tbl>
              <a:tblPr/>
              <a:tblGrid>
                <a:gridCol w="4521587"/>
                <a:gridCol w="4110534"/>
                <a:gridCol w="6028783"/>
              </a:tblGrid>
              <a:tr h="691985">
                <a:tc>
                  <a:txBody>
                    <a:bodyPr anchor="t" rtlCol="false"/>
                    <a:lstStyle/>
                    <a:p>
                      <a:pPr algn="l">
                        <a:lnSpc>
                          <a:spcPts val="2161"/>
                        </a:lnSpc>
                        <a:defRPr/>
                      </a:pPr>
                      <a:r>
                        <a:rPr lang="en-US" b="true" sz="1801" spc="150">
                          <a:solidFill>
                            <a:srgbClr val="D585DF"/>
                          </a:solidFill>
                          <a:latin typeface="DM Sans Bold"/>
                          <a:ea typeface="DM Sans Bold"/>
                          <a:cs typeface="DM Sans Bold"/>
                          <a:sym typeface="DM Sans Bold"/>
                        </a:rPr>
                        <a:t>NECESIDAD</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c>
                  <a:txBody>
                    <a:bodyPr anchor="t" rtlCol="false"/>
                    <a:lstStyle/>
                    <a:p>
                      <a:pPr algn="l">
                        <a:lnSpc>
                          <a:spcPts val="2161"/>
                        </a:lnSpc>
                        <a:defRPr/>
                      </a:pPr>
                      <a:r>
                        <a:rPr lang="en-US" b="true" sz="1801" spc="150">
                          <a:solidFill>
                            <a:srgbClr val="D585DF"/>
                          </a:solidFill>
                          <a:latin typeface="DM Sans Bold"/>
                          <a:ea typeface="DM Sans Bold"/>
                          <a:cs typeface="DM Sans Bold"/>
                          <a:sym typeface="DM Sans Bold"/>
                        </a:rPr>
                        <a:t>OFF-CHAIN</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c>
                  <a:txBody>
                    <a:bodyPr anchor="t" rtlCol="false"/>
                    <a:lstStyle/>
                    <a:p>
                      <a:pPr algn="l">
                        <a:lnSpc>
                          <a:spcPts val="2161"/>
                        </a:lnSpc>
                        <a:defRPr/>
                      </a:pPr>
                      <a:r>
                        <a:rPr lang="en-US" b="true" sz="1801" spc="150">
                          <a:solidFill>
                            <a:srgbClr val="D585DF"/>
                          </a:solidFill>
                          <a:latin typeface="DM Sans Bold"/>
                          <a:ea typeface="DM Sans Bold"/>
                          <a:cs typeface="DM Sans Bold"/>
                          <a:sym typeface="DM Sans Bold"/>
                        </a:rPr>
                        <a:t>ON-CHAIN</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r>
              <a:tr h="691985">
                <a:tc>
                  <a:txBody>
                    <a:bodyPr anchor="t" rtlCol="false"/>
                    <a:lstStyle/>
                    <a:p>
                      <a:pPr algn="l">
                        <a:lnSpc>
                          <a:spcPts val="2521"/>
                        </a:lnSpc>
                        <a:defRPr/>
                      </a:pPr>
                      <a:r>
                        <a:rPr lang="en-US" sz="2101" b="true">
                          <a:solidFill>
                            <a:srgbClr val="C2C5CC"/>
                          </a:solidFill>
                          <a:latin typeface="Arimo Bold"/>
                          <a:ea typeface="Arimo Bold"/>
                          <a:cs typeface="Arimo Bold"/>
                          <a:sym typeface="Arimo Bold"/>
                        </a:rPr>
                        <a:t>Solo miembros del curso aplican</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c>
                  <a:txBody>
                    <a:bodyPr anchor="t" rtlCol="false"/>
                    <a:lstStyle/>
                    <a:p>
                      <a:pPr algn="l">
                        <a:lnSpc>
                          <a:spcPts val="2521"/>
                        </a:lnSpc>
                        <a:defRPr/>
                      </a:pPr>
                      <a:r>
                        <a:rPr lang="en-US" sz="2101">
                          <a:solidFill>
                            <a:srgbClr val="C2C5CC"/>
                          </a:solidFill>
                          <a:latin typeface="DM Sans"/>
                          <a:ea typeface="DM Sans"/>
                          <a:cs typeface="DM Sans"/>
                          <a:sym typeface="DM Sans"/>
                        </a:rPr>
                        <a:t>Confiar en el operador</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c>
                  <a:txBody>
                    <a:bodyPr anchor="t" rtlCol="false"/>
                    <a:lstStyle/>
                    <a:p>
                      <a:pPr algn="l">
                        <a:lnSpc>
                          <a:spcPts val="2521"/>
                        </a:lnSpc>
                        <a:defRPr/>
                      </a:pPr>
                      <a:r>
                        <a:rPr lang="en-US" sz="2101">
                          <a:solidFill>
                            <a:srgbClr val="C4ECFF"/>
                          </a:solidFill>
                          <a:latin typeface="DM Sans"/>
                          <a:ea typeface="DM Sans"/>
                          <a:cs typeface="DM Sans"/>
                          <a:sym typeface="DM Sans"/>
                        </a:rPr>
                        <a:t>Prueba ZK contra el grupo del curso</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r>
              <a:tr h="691985">
                <a:tc>
                  <a:txBody>
                    <a:bodyPr anchor="t" rtlCol="false"/>
                    <a:lstStyle/>
                    <a:p>
                      <a:pPr algn="l">
                        <a:lnSpc>
                          <a:spcPts val="2521"/>
                        </a:lnSpc>
                        <a:defRPr/>
                      </a:pPr>
                      <a:r>
                        <a:rPr lang="en-US" sz="2101" b="true">
                          <a:solidFill>
                            <a:srgbClr val="C2C5CC"/>
                          </a:solidFill>
                          <a:latin typeface="Arimo Bold"/>
                          <a:ea typeface="Arimo Bold"/>
                          <a:cs typeface="Arimo Bold"/>
                          <a:sym typeface="Arimo Bold"/>
                        </a:rPr>
                        <a:t>Sin doble postulación</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c>
                  <a:txBody>
                    <a:bodyPr anchor="t" rtlCol="false"/>
                    <a:lstStyle/>
                    <a:p>
                      <a:pPr algn="l">
                        <a:lnSpc>
                          <a:spcPts val="2521"/>
                        </a:lnSpc>
                        <a:defRPr/>
                      </a:pPr>
                      <a:r>
                        <a:rPr lang="en-US" sz="2101">
                          <a:solidFill>
                            <a:srgbClr val="C2C5CC"/>
                          </a:solidFill>
                          <a:latin typeface="DM Sans"/>
                          <a:ea typeface="DM Sans"/>
                          <a:cs typeface="DM Sans"/>
                          <a:sym typeface="DM Sans"/>
                        </a:rPr>
                        <a:t>Fácil con otro nombre</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c>
                  <a:txBody>
                    <a:bodyPr anchor="t" rtlCol="false"/>
                    <a:lstStyle/>
                    <a:p>
                      <a:pPr algn="l">
                        <a:lnSpc>
                          <a:spcPts val="2521"/>
                        </a:lnSpc>
                        <a:defRPr/>
                      </a:pPr>
                      <a:r>
                        <a:rPr lang="en-US" sz="2101">
                          <a:solidFill>
                            <a:srgbClr val="C4ECFF"/>
                          </a:solidFill>
                          <a:latin typeface="DM Sans"/>
                          <a:ea typeface="DM Sans"/>
                          <a:cs typeface="DM Sans"/>
                          <a:sym typeface="DM Sans"/>
                        </a:rPr>
                        <a:t>Nullifier quemado por (identidad, equipo)</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5531E3"/>
                      </a:solidFill>
                      <a:prstDash val="solid"/>
                      <a:round/>
                      <a:headEnd type="none" w="med" len="med"/>
                      <a:tailEnd type="none" w="med" len="med"/>
                    </a:lnB>
                  </a:tcPr>
                </a:tc>
              </a:tr>
              <a:tr h="677863">
                <a:tc>
                  <a:txBody>
                    <a:bodyPr anchor="t" rtlCol="false"/>
                    <a:lstStyle/>
                    <a:p>
                      <a:pPr algn="l">
                        <a:lnSpc>
                          <a:spcPts val="2521"/>
                        </a:lnSpc>
                        <a:defRPr/>
                      </a:pPr>
                      <a:r>
                        <a:rPr lang="en-US" sz="2101" b="true">
                          <a:solidFill>
                            <a:srgbClr val="C2C5CC"/>
                          </a:solidFill>
                          <a:latin typeface="Arimo Bold"/>
                          <a:ea typeface="Arimo Bold"/>
                          <a:cs typeface="Arimo Bold"/>
                          <a:sym typeface="Arimo Bold"/>
                        </a:rPr>
                        <a:t>Ocultar quién aplicó</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521"/>
                        </a:lnSpc>
                        <a:defRPr/>
                      </a:pPr>
                      <a:r>
                        <a:rPr lang="en-US" sz="2101">
                          <a:solidFill>
                            <a:srgbClr val="C2C5CC"/>
                          </a:solidFill>
                          <a:latin typeface="DM Sans"/>
                          <a:ea typeface="DM Sans"/>
                          <a:cs typeface="DM Sans"/>
                          <a:sym typeface="DM Sans"/>
                        </a:rPr>
                        <a:t>El servidor puede registrar y correlacionar</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521"/>
                        </a:lnSpc>
                        <a:defRPr/>
                      </a:pPr>
                      <a:r>
                        <a:rPr lang="en-US" sz="2101">
                          <a:solidFill>
                            <a:srgbClr val="C4ECFF"/>
                          </a:solidFill>
                          <a:latin typeface="DM Sans"/>
                          <a:ea typeface="DM Sans"/>
                          <a:cs typeface="DM Sans"/>
                          <a:sym typeface="DM Sans"/>
                        </a:rPr>
                        <a:t>El contrato nunca ve la identidad</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77863">
                <a:tc>
                  <a:txBody>
                    <a:bodyPr anchor="t" rtlCol="false"/>
                    <a:lstStyle/>
                    <a:p>
                      <a:pPr algn="l">
                        <a:lnSpc>
                          <a:spcPts val="2521"/>
                        </a:lnSpc>
                        <a:defRPr/>
                      </a:pPr>
                      <a:r>
                        <a:rPr lang="en-US" sz="2101" b="true">
                          <a:solidFill>
                            <a:srgbClr val="C2C5CC"/>
                          </a:solidFill>
                          <a:latin typeface="Arimo Bold"/>
                          <a:ea typeface="Arimo Bold"/>
                          <a:cs typeface="Arimo Bold"/>
                          <a:sym typeface="Arimo Bold"/>
                        </a:rPr>
                        <a:t>Lista final y credencial</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521"/>
                        </a:lnSpc>
                        <a:defRPr/>
                      </a:pPr>
                      <a:r>
                        <a:rPr lang="en-US" sz="2101">
                          <a:solidFill>
                            <a:srgbClr val="C2C5CC"/>
                          </a:solidFill>
                          <a:latin typeface="DM Sans"/>
                          <a:ea typeface="DM Sans"/>
                          <a:cs typeface="DM Sans"/>
                          <a:sym typeface="DM Sans"/>
                        </a:rPr>
                        <a:t>Archivo editable</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521"/>
                        </a:lnSpc>
                        <a:defRPr/>
                      </a:pPr>
                      <a:r>
                        <a:rPr lang="en-US" sz="2101">
                          <a:solidFill>
                            <a:srgbClr val="C4ECFF"/>
                          </a:solidFill>
                          <a:latin typeface="DM Sans"/>
                          <a:ea typeface="DM Sans"/>
                          <a:cs typeface="DM Sans"/>
                          <a:sym typeface="DM Sans"/>
                        </a:rPr>
                        <a:t>rosterRoot + NFT tras el reveal</a:t>
                      </a:r>
                      <a:endParaRPr lang="en-US" sz="1100"/>
                    </a:p>
                  </a:txBody>
                  <a:tcPr marL="118872" marR="118872" marT="118872" marB="11887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grpSp>
        <p:nvGrpSpPr>
          <p:cNvPr name="Group 121" id="121"/>
          <p:cNvGrpSpPr/>
          <p:nvPr/>
        </p:nvGrpSpPr>
        <p:grpSpPr>
          <a:xfrm rot="5400000">
            <a:off x="9250442" y="2603964"/>
            <a:ext cx="2587485" cy="507892"/>
            <a:chOff x="0" y="0"/>
            <a:chExt cx="3449980" cy="677189"/>
          </a:xfrm>
        </p:grpSpPr>
        <p:sp>
          <p:nvSpPr>
            <p:cNvPr name="Freeform 122" id="122"/>
            <p:cNvSpPr/>
            <p:nvPr/>
          </p:nvSpPr>
          <p:spPr>
            <a:xfrm flipH="false" flipV="false" rot="0">
              <a:off x="0" y="0"/>
              <a:ext cx="3450082" cy="677164"/>
            </a:xfrm>
            <a:custGeom>
              <a:avLst/>
              <a:gdLst/>
              <a:ahLst/>
              <a:cxnLst/>
              <a:rect r="r" b="b" t="t" l="l"/>
              <a:pathLst>
                <a:path h="677164" w="3450082">
                  <a:moveTo>
                    <a:pt x="112903" y="0"/>
                  </a:moveTo>
                  <a:lnTo>
                    <a:pt x="3337179" y="0"/>
                  </a:lnTo>
                  <a:lnTo>
                    <a:pt x="3450082" y="112903"/>
                  </a:lnTo>
                  <a:lnTo>
                    <a:pt x="3450082" y="677164"/>
                  </a:lnTo>
                  <a:lnTo>
                    <a:pt x="0" y="677164"/>
                  </a:lnTo>
                  <a:lnTo>
                    <a:pt x="0" y="112903"/>
                  </a:lnTo>
                  <a:close/>
                </a:path>
              </a:pathLst>
            </a:custGeom>
            <a:solidFill>
              <a:srgbClr val="D585DF">
                <a:alpha val="8235"/>
              </a:srgbClr>
            </a:solidFill>
          </p:spPr>
        </p:sp>
      </p:grpSp>
      <p:grpSp>
        <p:nvGrpSpPr>
          <p:cNvPr name="Group 123" id="123"/>
          <p:cNvGrpSpPr/>
          <p:nvPr/>
        </p:nvGrpSpPr>
        <p:grpSpPr>
          <a:xfrm rot="-8100000">
            <a:off x="10057571" y="9839315"/>
            <a:ext cx="1078916" cy="524361"/>
            <a:chOff x="0" y="0"/>
            <a:chExt cx="1438554" cy="699148"/>
          </a:xfrm>
        </p:grpSpPr>
        <p:sp>
          <p:nvSpPr>
            <p:cNvPr name="Freeform 124" id="124"/>
            <p:cNvSpPr/>
            <p:nvPr/>
          </p:nvSpPr>
          <p:spPr>
            <a:xfrm flipH="false" flipV="false" rot="0">
              <a:off x="0" y="0"/>
              <a:ext cx="1438656" cy="699135"/>
            </a:xfrm>
            <a:custGeom>
              <a:avLst/>
              <a:gdLst/>
              <a:ahLst/>
              <a:cxnLst/>
              <a:rect r="r" b="b" t="t" l="l"/>
              <a:pathLst>
                <a:path h="699135" w="1438656">
                  <a:moveTo>
                    <a:pt x="0" y="699135"/>
                  </a:moveTo>
                  <a:lnTo>
                    <a:pt x="719328" y="0"/>
                  </a:lnTo>
                  <a:lnTo>
                    <a:pt x="1438656" y="699135"/>
                  </a:lnTo>
                  <a:close/>
                </a:path>
              </a:pathLst>
            </a:custGeom>
            <a:solidFill>
              <a:srgbClr val="D585DF">
                <a:alpha val="18431"/>
              </a:srgbClr>
            </a:solidFill>
          </p:spPr>
        </p:sp>
      </p:grpSp>
      <p:sp>
        <p:nvSpPr>
          <p:cNvPr name="TextBox 125" id="125"/>
          <p:cNvSpPr txBox="true"/>
          <p:nvPr/>
        </p:nvSpPr>
        <p:spPr>
          <a:xfrm rot="0">
            <a:off x="1354303" y="8970045"/>
            <a:ext cx="14779247" cy="524304"/>
          </a:xfrm>
          <a:prstGeom prst="rect">
            <a:avLst/>
          </a:prstGeom>
        </p:spPr>
        <p:txBody>
          <a:bodyPr anchor="t" rtlCol="false" tIns="0" lIns="0" bIns="0" rIns="0">
            <a:spAutoFit/>
          </a:bodyPr>
          <a:lstStyle/>
          <a:p>
            <a:pPr algn="l">
              <a:lnSpc>
                <a:spcPts val="2810"/>
              </a:lnSpc>
            </a:pPr>
            <a:r>
              <a:rPr lang="en-US" sz="1801">
                <a:solidFill>
                  <a:srgbClr val="C2C5CC"/>
                </a:solidFill>
                <a:latin typeface="DM Sans"/>
                <a:ea typeface="DM Sans"/>
                <a:cs typeface="DM Sans"/>
                <a:sym typeface="DM Sans"/>
              </a:rPr>
              <a:t>El docente sigue siendo dueño del padrón; la cadena hace cumplir las reglas sin depender de la buena fe del operador.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15643889" y="3177283"/>
            <a:ext cx="1227630" cy="1227630"/>
            <a:chOff x="0" y="0"/>
            <a:chExt cx="1636840" cy="1636840"/>
          </a:xfrm>
        </p:grpSpPr>
        <p:sp>
          <p:nvSpPr>
            <p:cNvPr name="Freeform 55" id="55"/>
            <p:cNvSpPr/>
            <p:nvPr/>
          </p:nvSpPr>
          <p:spPr>
            <a:xfrm flipH="false" flipV="false" rot="0">
              <a:off x="0" y="0"/>
              <a:ext cx="1636776" cy="1636776"/>
            </a:xfrm>
            <a:custGeom>
              <a:avLst/>
              <a:gdLst/>
              <a:ahLst/>
              <a:cxnLst/>
              <a:rect r="r" b="b" t="t" l="l"/>
              <a:pathLst>
                <a:path h="1636776" w="1636776">
                  <a:moveTo>
                    <a:pt x="1636776" y="0"/>
                  </a:moveTo>
                  <a:lnTo>
                    <a:pt x="1636776" y="818388"/>
                  </a:lnTo>
                  <a:lnTo>
                    <a:pt x="818388" y="1636776"/>
                  </a:lnTo>
                  <a:lnTo>
                    <a:pt x="0" y="1636776"/>
                  </a:lnTo>
                  <a:close/>
                </a:path>
              </a:pathLst>
            </a:custGeom>
            <a:solidFill>
              <a:srgbClr val="2634AC">
                <a:alpha val="63922"/>
              </a:srgbClr>
            </a:solidFill>
          </p:spPr>
        </p:sp>
      </p:grpSp>
      <p:grpSp>
        <p:nvGrpSpPr>
          <p:cNvPr name="Group 56" id="56"/>
          <p:cNvGrpSpPr/>
          <p:nvPr/>
        </p:nvGrpSpPr>
        <p:grpSpPr>
          <a:xfrm rot="0">
            <a:off x="15030079" y="2563463"/>
            <a:ext cx="1841440" cy="1841440"/>
            <a:chOff x="0" y="0"/>
            <a:chExt cx="2455253" cy="2455253"/>
          </a:xfrm>
        </p:grpSpPr>
        <p:sp>
          <p:nvSpPr>
            <p:cNvPr name="Freeform 57" id="57"/>
            <p:cNvSpPr/>
            <p:nvPr/>
          </p:nvSpPr>
          <p:spPr>
            <a:xfrm flipH="false" flipV="false" rot="0">
              <a:off x="0" y="0"/>
              <a:ext cx="2455291" cy="2455291"/>
            </a:xfrm>
            <a:custGeom>
              <a:avLst/>
              <a:gdLst/>
              <a:ahLst/>
              <a:cxnLst/>
              <a:rect r="r" b="b" t="t" l="l"/>
              <a:pathLst>
                <a:path h="2455291" w="2455291">
                  <a:moveTo>
                    <a:pt x="2455291" y="0"/>
                  </a:moveTo>
                  <a:lnTo>
                    <a:pt x="2455291" y="1391285"/>
                  </a:lnTo>
                  <a:lnTo>
                    <a:pt x="1391285" y="2455291"/>
                  </a:lnTo>
                  <a:lnTo>
                    <a:pt x="0" y="2455291"/>
                  </a:lnTo>
                  <a:close/>
                </a:path>
              </a:pathLst>
            </a:custGeom>
            <a:solidFill>
              <a:srgbClr val="252EA1">
                <a:alpha val="44706"/>
              </a:srgbClr>
            </a:solidFill>
          </p:spPr>
        </p:sp>
      </p:grpSp>
      <p:grpSp>
        <p:nvGrpSpPr>
          <p:cNvPr name="Group 58" id="58"/>
          <p:cNvGrpSpPr/>
          <p:nvPr/>
        </p:nvGrpSpPr>
        <p:grpSpPr>
          <a:xfrm rot="0">
            <a:off x="14416259" y="1949653"/>
            <a:ext cx="2455250" cy="2455250"/>
            <a:chOff x="0" y="0"/>
            <a:chExt cx="3273666" cy="3273666"/>
          </a:xfrm>
        </p:grpSpPr>
        <p:sp>
          <p:nvSpPr>
            <p:cNvPr name="Freeform 59" id="59"/>
            <p:cNvSpPr/>
            <p:nvPr/>
          </p:nvSpPr>
          <p:spPr>
            <a:xfrm flipH="false" flipV="false" rot="0">
              <a:off x="0" y="0"/>
              <a:ext cx="3273679" cy="3273679"/>
            </a:xfrm>
            <a:custGeom>
              <a:avLst/>
              <a:gdLst/>
              <a:ahLst/>
              <a:cxnLst/>
              <a:rect r="r" b="b" t="t" l="l"/>
              <a:pathLst>
                <a:path h="3273679" w="3273679">
                  <a:moveTo>
                    <a:pt x="3273679" y="0"/>
                  </a:moveTo>
                  <a:lnTo>
                    <a:pt x="3273679" y="1391285"/>
                  </a:lnTo>
                  <a:lnTo>
                    <a:pt x="1391285" y="3273679"/>
                  </a:lnTo>
                  <a:lnTo>
                    <a:pt x="0" y="3273679"/>
                  </a:lnTo>
                  <a:close/>
                </a:path>
              </a:pathLst>
            </a:custGeom>
            <a:solidFill>
              <a:srgbClr val="242796">
                <a:alpha val="29020"/>
              </a:srgbClr>
            </a:solidFill>
          </p:spPr>
        </p:sp>
      </p:grpSp>
      <p:grpSp>
        <p:nvGrpSpPr>
          <p:cNvPr name="Group 60" id="60"/>
          <p:cNvGrpSpPr/>
          <p:nvPr/>
        </p:nvGrpSpPr>
        <p:grpSpPr>
          <a:xfrm rot="0">
            <a:off x="13802449" y="1335843"/>
            <a:ext cx="3069069" cy="3069069"/>
            <a:chOff x="0" y="0"/>
            <a:chExt cx="4092092" cy="4092092"/>
          </a:xfrm>
        </p:grpSpPr>
        <p:sp>
          <p:nvSpPr>
            <p:cNvPr name="Freeform 61" id="61"/>
            <p:cNvSpPr/>
            <p:nvPr/>
          </p:nvSpPr>
          <p:spPr>
            <a:xfrm flipH="false" flipV="false" rot="0">
              <a:off x="0" y="0"/>
              <a:ext cx="4092067" cy="4092067"/>
            </a:xfrm>
            <a:custGeom>
              <a:avLst/>
              <a:gdLst/>
              <a:ahLst/>
              <a:cxnLst/>
              <a:rect r="r" b="b" t="t" l="l"/>
              <a:pathLst>
                <a:path h="4092067" w="4092067">
                  <a:moveTo>
                    <a:pt x="4092067" y="0"/>
                  </a:moveTo>
                  <a:lnTo>
                    <a:pt x="4092067" y="1391285"/>
                  </a:lnTo>
                  <a:lnTo>
                    <a:pt x="1391285" y="4092067"/>
                  </a:lnTo>
                  <a:lnTo>
                    <a:pt x="0" y="4092067"/>
                  </a:lnTo>
                  <a:close/>
                </a:path>
              </a:pathLst>
            </a:custGeom>
            <a:solidFill>
              <a:srgbClr val="23218A">
                <a:alpha val="15686"/>
              </a:srgbClr>
            </a:solidFill>
          </p:spPr>
        </p:sp>
      </p:grpSp>
      <p:grpSp>
        <p:nvGrpSpPr>
          <p:cNvPr name="Group 62" id="62"/>
          <p:cNvGrpSpPr/>
          <p:nvPr/>
        </p:nvGrpSpPr>
        <p:grpSpPr>
          <a:xfrm rot="0">
            <a:off x="13188639" y="722024"/>
            <a:ext cx="3682879" cy="3682879"/>
            <a:chOff x="0" y="0"/>
            <a:chExt cx="4910506" cy="4910506"/>
          </a:xfrm>
        </p:grpSpPr>
        <p:sp>
          <p:nvSpPr>
            <p:cNvPr name="Freeform 63" id="63"/>
            <p:cNvSpPr/>
            <p:nvPr/>
          </p:nvSpPr>
          <p:spPr>
            <a:xfrm flipH="false" flipV="false" rot="0">
              <a:off x="0" y="0"/>
              <a:ext cx="4910455" cy="4910455"/>
            </a:xfrm>
            <a:custGeom>
              <a:avLst/>
              <a:gdLst/>
              <a:ahLst/>
              <a:cxnLst/>
              <a:rect r="r" b="b" t="t" l="l"/>
              <a:pathLst>
                <a:path h="4910455" w="4910455">
                  <a:moveTo>
                    <a:pt x="4910455" y="0"/>
                  </a:moveTo>
                  <a:lnTo>
                    <a:pt x="4910455" y="1391285"/>
                  </a:lnTo>
                  <a:lnTo>
                    <a:pt x="1391285" y="4910455"/>
                  </a:lnTo>
                  <a:lnTo>
                    <a:pt x="0" y="4910455"/>
                  </a:lnTo>
                  <a:close/>
                </a:path>
              </a:pathLst>
            </a:custGeom>
            <a:solidFill>
              <a:srgbClr val="211A7F">
                <a:alpha val="7059"/>
              </a:srgbClr>
            </a:solidFill>
          </p:spPr>
        </p:sp>
      </p:grpSp>
      <p:grpSp>
        <p:nvGrpSpPr>
          <p:cNvPr name="Group 64" id="64"/>
          <p:cNvGrpSpPr/>
          <p:nvPr/>
        </p:nvGrpSpPr>
        <p:grpSpPr>
          <a:xfrm rot="0">
            <a:off x="13188639" y="722024"/>
            <a:ext cx="3682879" cy="3682879"/>
            <a:chOff x="0" y="0"/>
            <a:chExt cx="4910506" cy="4910506"/>
          </a:xfrm>
        </p:grpSpPr>
        <p:sp>
          <p:nvSpPr>
            <p:cNvPr name="Freeform 65" id="65"/>
            <p:cNvSpPr/>
            <p:nvPr/>
          </p:nvSpPr>
          <p:spPr>
            <a:xfrm flipH="false" flipV="false" rot="0">
              <a:off x="0" y="0"/>
              <a:ext cx="4910455" cy="4910455"/>
            </a:xfrm>
            <a:custGeom>
              <a:avLst/>
              <a:gdLst/>
              <a:ahLst/>
              <a:cxnLst/>
              <a:rect r="r" b="b" t="t" l="l"/>
              <a:pathLst>
                <a:path h="4910455" w="4910455">
                  <a:moveTo>
                    <a:pt x="4092067" y="0"/>
                  </a:moveTo>
                  <a:lnTo>
                    <a:pt x="4910455" y="0"/>
                  </a:lnTo>
                  <a:lnTo>
                    <a:pt x="4910455" y="572897"/>
                  </a:lnTo>
                  <a:lnTo>
                    <a:pt x="572897" y="4910455"/>
                  </a:lnTo>
                  <a:lnTo>
                    <a:pt x="0" y="4910455"/>
                  </a:lnTo>
                  <a:lnTo>
                    <a:pt x="0" y="4092067"/>
                  </a:lnTo>
                  <a:close/>
                </a:path>
              </a:pathLst>
            </a:custGeom>
            <a:solidFill>
              <a:srgbClr val="201474">
                <a:alpha val="1569"/>
              </a:srgbClr>
            </a:solidFill>
          </p:spPr>
        </p:sp>
      </p:grpSp>
      <p:grpSp>
        <p:nvGrpSpPr>
          <p:cNvPr name="Group 66" id="66"/>
          <p:cNvGrpSpPr/>
          <p:nvPr/>
        </p:nvGrpSpPr>
        <p:grpSpPr>
          <a:xfrm rot="0">
            <a:off x="13188639" y="722024"/>
            <a:ext cx="3498733" cy="3498733"/>
            <a:chOff x="0" y="0"/>
            <a:chExt cx="4664977" cy="4664977"/>
          </a:xfrm>
        </p:grpSpPr>
        <p:sp>
          <p:nvSpPr>
            <p:cNvPr name="Freeform 67" id="67"/>
            <p:cNvSpPr/>
            <p:nvPr/>
          </p:nvSpPr>
          <p:spPr>
            <a:xfrm flipH="false" flipV="false" rot="0">
              <a:off x="0" y="0"/>
              <a:ext cx="4664964" cy="4664964"/>
            </a:xfrm>
            <a:custGeom>
              <a:avLst/>
              <a:gdLst/>
              <a:ahLst/>
              <a:cxnLst/>
              <a:rect r="r" b="b" t="t" l="l"/>
              <a:pathLst>
                <a:path h="4664964" w="4664964">
                  <a:moveTo>
                    <a:pt x="3273679" y="0"/>
                  </a:moveTo>
                  <a:lnTo>
                    <a:pt x="4664964" y="0"/>
                  </a:lnTo>
                  <a:lnTo>
                    <a:pt x="0" y="4664964"/>
                  </a:lnTo>
                  <a:lnTo>
                    <a:pt x="0" y="3273679"/>
                  </a:lnTo>
                  <a:close/>
                </a:path>
              </a:pathLst>
            </a:custGeom>
            <a:solidFill>
              <a:srgbClr val="1F0D69">
                <a:alpha val="0"/>
              </a:srgbClr>
            </a:solidFill>
          </p:spPr>
        </p:sp>
      </p:grpSp>
      <p:grpSp>
        <p:nvGrpSpPr>
          <p:cNvPr name="Group 68" id="68"/>
          <p:cNvGrpSpPr/>
          <p:nvPr/>
        </p:nvGrpSpPr>
        <p:grpSpPr>
          <a:xfrm rot="0">
            <a:off x="16536581" y="2465318"/>
            <a:ext cx="573776" cy="573776"/>
            <a:chOff x="0" y="0"/>
            <a:chExt cx="765035" cy="765035"/>
          </a:xfrm>
        </p:grpSpPr>
        <p:sp>
          <p:nvSpPr>
            <p:cNvPr name="Freeform 69" id="69"/>
            <p:cNvSpPr/>
            <p:nvPr/>
          </p:nvSpPr>
          <p:spPr>
            <a:xfrm flipH="false" flipV="false" rot="0">
              <a:off x="0" y="0"/>
              <a:ext cx="765048" cy="765048"/>
            </a:xfrm>
            <a:custGeom>
              <a:avLst/>
              <a:gdLst/>
              <a:ahLst/>
              <a:cxnLst/>
              <a:rect r="r" b="b" t="t" l="l"/>
              <a:pathLst>
                <a:path h="765048" w="765048">
                  <a:moveTo>
                    <a:pt x="765048" y="0"/>
                  </a:moveTo>
                  <a:lnTo>
                    <a:pt x="765048" y="382524"/>
                  </a:lnTo>
                  <a:lnTo>
                    <a:pt x="382524" y="765048"/>
                  </a:lnTo>
                  <a:lnTo>
                    <a:pt x="0" y="765048"/>
                  </a:lnTo>
                  <a:close/>
                </a:path>
              </a:pathLst>
            </a:custGeom>
            <a:solidFill>
              <a:srgbClr val="2634AC">
                <a:alpha val="63922"/>
              </a:srgbClr>
            </a:solidFill>
          </p:spPr>
        </p:sp>
      </p:grpSp>
      <p:grpSp>
        <p:nvGrpSpPr>
          <p:cNvPr name="Group 70" id="70"/>
          <p:cNvGrpSpPr/>
          <p:nvPr/>
        </p:nvGrpSpPr>
        <p:grpSpPr>
          <a:xfrm rot="0">
            <a:off x="16249698" y="2178434"/>
            <a:ext cx="860669" cy="860669"/>
            <a:chOff x="0" y="0"/>
            <a:chExt cx="1147559" cy="1147559"/>
          </a:xfrm>
        </p:grpSpPr>
        <p:sp>
          <p:nvSpPr>
            <p:cNvPr name="Freeform 71" id="71"/>
            <p:cNvSpPr/>
            <p:nvPr/>
          </p:nvSpPr>
          <p:spPr>
            <a:xfrm flipH="false" flipV="false" rot="0">
              <a:off x="0" y="0"/>
              <a:ext cx="1147572" cy="1147572"/>
            </a:xfrm>
            <a:custGeom>
              <a:avLst/>
              <a:gdLst/>
              <a:ahLst/>
              <a:cxnLst/>
              <a:rect r="r" b="b" t="t" l="l"/>
              <a:pathLst>
                <a:path h="1147572" w="1147572">
                  <a:moveTo>
                    <a:pt x="1147572" y="0"/>
                  </a:moveTo>
                  <a:lnTo>
                    <a:pt x="1147572" y="650240"/>
                  </a:lnTo>
                  <a:lnTo>
                    <a:pt x="650240" y="1147572"/>
                  </a:lnTo>
                  <a:lnTo>
                    <a:pt x="0" y="1147572"/>
                  </a:lnTo>
                  <a:close/>
                </a:path>
              </a:pathLst>
            </a:custGeom>
            <a:solidFill>
              <a:srgbClr val="252EA1">
                <a:alpha val="44706"/>
              </a:srgbClr>
            </a:solidFill>
          </p:spPr>
        </p:sp>
      </p:grpSp>
      <p:grpSp>
        <p:nvGrpSpPr>
          <p:cNvPr name="Group 72" id="72"/>
          <p:cNvGrpSpPr/>
          <p:nvPr/>
        </p:nvGrpSpPr>
        <p:grpSpPr>
          <a:xfrm rot="0">
            <a:off x="15962805" y="1891541"/>
            <a:ext cx="1147553" cy="1147553"/>
            <a:chOff x="0" y="0"/>
            <a:chExt cx="1530071" cy="1530071"/>
          </a:xfrm>
        </p:grpSpPr>
        <p:sp>
          <p:nvSpPr>
            <p:cNvPr name="Freeform 73" id="73"/>
            <p:cNvSpPr/>
            <p:nvPr/>
          </p:nvSpPr>
          <p:spPr>
            <a:xfrm flipH="false" flipV="false" rot="0">
              <a:off x="0" y="0"/>
              <a:ext cx="1530096" cy="1530096"/>
            </a:xfrm>
            <a:custGeom>
              <a:avLst/>
              <a:gdLst/>
              <a:ahLst/>
              <a:cxnLst/>
              <a:rect r="r" b="b" t="t" l="l"/>
              <a:pathLst>
                <a:path h="1530096" w="1530096">
                  <a:moveTo>
                    <a:pt x="1530096" y="0"/>
                  </a:moveTo>
                  <a:lnTo>
                    <a:pt x="1530096" y="650240"/>
                  </a:lnTo>
                  <a:lnTo>
                    <a:pt x="650240" y="1530096"/>
                  </a:lnTo>
                  <a:lnTo>
                    <a:pt x="0" y="1530096"/>
                  </a:lnTo>
                  <a:close/>
                </a:path>
              </a:pathLst>
            </a:custGeom>
            <a:solidFill>
              <a:srgbClr val="242796">
                <a:alpha val="29020"/>
              </a:srgbClr>
            </a:solidFill>
          </p:spPr>
        </p:sp>
      </p:grpSp>
      <p:grpSp>
        <p:nvGrpSpPr>
          <p:cNvPr name="Group 74" id="74"/>
          <p:cNvGrpSpPr/>
          <p:nvPr/>
        </p:nvGrpSpPr>
        <p:grpSpPr>
          <a:xfrm rot="0">
            <a:off x="15675921" y="1604658"/>
            <a:ext cx="1434446" cy="1434446"/>
            <a:chOff x="0" y="0"/>
            <a:chExt cx="1912595" cy="1912595"/>
          </a:xfrm>
        </p:grpSpPr>
        <p:sp>
          <p:nvSpPr>
            <p:cNvPr name="Freeform 75" id="75"/>
            <p:cNvSpPr/>
            <p:nvPr/>
          </p:nvSpPr>
          <p:spPr>
            <a:xfrm flipH="false" flipV="false" rot="0">
              <a:off x="0" y="0"/>
              <a:ext cx="1912620" cy="1912620"/>
            </a:xfrm>
            <a:custGeom>
              <a:avLst/>
              <a:gdLst/>
              <a:ahLst/>
              <a:cxnLst/>
              <a:rect r="r" b="b" t="t" l="l"/>
              <a:pathLst>
                <a:path h="1912620" w="1912620">
                  <a:moveTo>
                    <a:pt x="1912620" y="0"/>
                  </a:moveTo>
                  <a:lnTo>
                    <a:pt x="1912620" y="650240"/>
                  </a:lnTo>
                  <a:lnTo>
                    <a:pt x="650240" y="1912620"/>
                  </a:lnTo>
                  <a:lnTo>
                    <a:pt x="0" y="1912620"/>
                  </a:lnTo>
                  <a:close/>
                </a:path>
              </a:pathLst>
            </a:custGeom>
            <a:solidFill>
              <a:srgbClr val="23218A">
                <a:alpha val="15686"/>
              </a:srgbClr>
            </a:solidFill>
          </p:spPr>
        </p:sp>
      </p:grpSp>
      <p:grpSp>
        <p:nvGrpSpPr>
          <p:cNvPr name="Group 76" id="76"/>
          <p:cNvGrpSpPr/>
          <p:nvPr/>
        </p:nvGrpSpPr>
        <p:grpSpPr>
          <a:xfrm rot="0">
            <a:off x="15389028" y="1317765"/>
            <a:ext cx="1721329" cy="1721329"/>
            <a:chOff x="0" y="0"/>
            <a:chExt cx="2295106" cy="2295106"/>
          </a:xfrm>
        </p:grpSpPr>
        <p:sp>
          <p:nvSpPr>
            <p:cNvPr name="Freeform 77" id="77"/>
            <p:cNvSpPr/>
            <p:nvPr/>
          </p:nvSpPr>
          <p:spPr>
            <a:xfrm flipH="false" flipV="false" rot="0">
              <a:off x="0" y="0"/>
              <a:ext cx="2295144" cy="2295144"/>
            </a:xfrm>
            <a:custGeom>
              <a:avLst/>
              <a:gdLst/>
              <a:ahLst/>
              <a:cxnLst/>
              <a:rect r="r" b="b" t="t" l="l"/>
              <a:pathLst>
                <a:path h="2295144" w="2295144">
                  <a:moveTo>
                    <a:pt x="2295144" y="0"/>
                  </a:moveTo>
                  <a:lnTo>
                    <a:pt x="2295144" y="650240"/>
                  </a:lnTo>
                  <a:lnTo>
                    <a:pt x="650240" y="2295144"/>
                  </a:lnTo>
                  <a:lnTo>
                    <a:pt x="0" y="2295144"/>
                  </a:lnTo>
                  <a:close/>
                </a:path>
              </a:pathLst>
            </a:custGeom>
            <a:solidFill>
              <a:srgbClr val="211A7F">
                <a:alpha val="7059"/>
              </a:srgbClr>
            </a:solidFill>
          </p:spPr>
        </p:sp>
      </p:grpSp>
      <p:grpSp>
        <p:nvGrpSpPr>
          <p:cNvPr name="Group 78" id="78"/>
          <p:cNvGrpSpPr/>
          <p:nvPr/>
        </p:nvGrpSpPr>
        <p:grpSpPr>
          <a:xfrm rot="0">
            <a:off x="15389028" y="1317765"/>
            <a:ext cx="1721329" cy="1721329"/>
            <a:chOff x="0" y="0"/>
            <a:chExt cx="2295106" cy="2295106"/>
          </a:xfrm>
        </p:grpSpPr>
        <p:sp>
          <p:nvSpPr>
            <p:cNvPr name="Freeform 79" id="79"/>
            <p:cNvSpPr/>
            <p:nvPr/>
          </p:nvSpPr>
          <p:spPr>
            <a:xfrm flipH="false" flipV="false" rot="0">
              <a:off x="0" y="0"/>
              <a:ext cx="2295144" cy="2295144"/>
            </a:xfrm>
            <a:custGeom>
              <a:avLst/>
              <a:gdLst/>
              <a:ahLst/>
              <a:cxnLst/>
              <a:rect r="r" b="b" t="t" l="l"/>
              <a:pathLst>
                <a:path h="2295144" w="2295144">
                  <a:moveTo>
                    <a:pt x="1912620" y="0"/>
                  </a:moveTo>
                  <a:lnTo>
                    <a:pt x="2295144" y="0"/>
                  </a:lnTo>
                  <a:lnTo>
                    <a:pt x="2295144" y="267716"/>
                  </a:lnTo>
                  <a:lnTo>
                    <a:pt x="267716" y="2295144"/>
                  </a:lnTo>
                  <a:lnTo>
                    <a:pt x="0" y="2295144"/>
                  </a:lnTo>
                  <a:lnTo>
                    <a:pt x="0" y="1912620"/>
                  </a:lnTo>
                  <a:close/>
                </a:path>
              </a:pathLst>
            </a:custGeom>
            <a:solidFill>
              <a:srgbClr val="201474">
                <a:alpha val="1569"/>
              </a:srgbClr>
            </a:solidFill>
          </p:spPr>
        </p:sp>
      </p:grpSp>
      <p:grpSp>
        <p:nvGrpSpPr>
          <p:cNvPr name="Group 80" id="80"/>
          <p:cNvGrpSpPr/>
          <p:nvPr/>
        </p:nvGrpSpPr>
        <p:grpSpPr>
          <a:xfrm rot="0">
            <a:off x="15389028" y="1317765"/>
            <a:ext cx="1635262" cy="1635262"/>
            <a:chOff x="0" y="0"/>
            <a:chExt cx="2180349" cy="2180349"/>
          </a:xfrm>
        </p:grpSpPr>
        <p:sp>
          <p:nvSpPr>
            <p:cNvPr name="Freeform 81" id="81"/>
            <p:cNvSpPr/>
            <p:nvPr/>
          </p:nvSpPr>
          <p:spPr>
            <a:xfrm flipH="false" flipV="false" rot="0">
              <a:off x="0" y="0"/>
              <a:ext cx="2180336" cy="2180336"/>
            </a:xfrm>
            <a:custGeom>
              <a:avLst/>
              <a:gdLst/>
              <a:ahLst/>
              <a:cxnLst/>
              <a:rect r="r" b="b" t="t" l="l"/>
              <a:pathLst>
                <a:path h="2180336" w="2180336">
                  <a:moveTo>
                    <a:pt x="1530096" y="0"/>
                  </a:moveTo>
                  <a:lnTo>
                    <a:pt x="2180336" y="0"/>
                  </a:lnTo>
                  <a:lnTo>
                    <a:pt x="0" y="2180336"/>
                  </a:lnTo>
                  <a:lnTo>
                    <a:pt x="0" y="1530096"/>
                  </a:lnTo>
                  <a:close/>
                </a:path>
              </a:pathLst>
            </a:custGeom>
            <a:solidFill>
              <a:srgbClr val="1F0D69">
                <a:alpha val="0"/>
              </a:srgbClr>
            </a:solidFill>
          </p:spPr>
        </p:sp>
      </p:grpSp>
      <p:grpSp>
        <p:nvGrpSpPr>
          <p:cNvPr name="Group 82" id="82"/>
          <p:cNvGrpSpPr/>
          <p:nvPr/>
        </p:nvGrpSpPr>
        <p:grpSpPr>
          <a:xfrm rot="0">
            <a:off x="547897" y="373570"/>
            <a:ext cx="418252" cy="494300"/>
            <a:chOff x="0" y="0"/>
            <a:chExt cx="557670" cy="659066"/>
          </a:xfrm>
        </p:grpSpPr>
        <p:sp>
          <p:nvSpPr>
            <p:cNvPr name="Freeform 83" id="83"/>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84" id="84"/>
          <p:cNvGrpSpPr/>
          <p:nvPr/>
        </p:nvGrpSpPr>
        <p:grpSpPr>
          <a:xfrm rot="0">
            <a:off x="547897" y="373570"/>
            <a:ext cx="418252" cy="494300"/>
            <a:chOff x="0" y="0"/>
            <a:chExt cx="557670" cy="659066"/>
          </a:xfrm>
        </p:grpSpPr>
        <p:sp>
          <p:nvSpPr>
            <p:cNvPr name="Freeform 85" id="85"/>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86" id="86"/>
          <p:cNvGrpSpPr/>
          <p:nvPr/>
        </p:nvGrpSpPr>
        <p:grpSpPr>
          <a:xfrm rot="0">
            <a:off x="547897" y="373570"/>
            <a:ext cx="418252" cy="494300"/>
            <a:chOff x="0" y="0"/>
            <a:chExt cx="557670" cy="659066"/>
          </a:xfrm>
        </p:grpSpPr>
        <p:sp>
          <p:nvSpPr>
            <p:cNvPr name="Freeform 87" id="87"/>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88" id="88"/>
          <p:cNvGrpSpPr/>
          <p:nvPr/>
        </p:nvGrpSpPr>
        <p:grpSpPr>
          <a:xfrm rot="0">
            <a:off x="547897" y="373570"/>
            <a:ext cx="418252" cy="494300"/>
            <a:chOff x="0" y="0"/>
            <a:chExt cx="557670" cy="659066"/>
          </a:xfrm>
        </p:grpSpPr>
        <p:sp>
          <p:nvSpPr>
            <p:cNvPr name="Freeform 89" id="89"/>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90" id="90"/>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91" id="91"/>
          <p:cNvSpPr txBox="true"/>
          <p:nvPr/>
        </p:nvSpPr>
        <p:spPr>
          <a:xfrm rot="0">
            <a:off x="4319273" y="853183"/>
            <a:ext cx="9664675" cy="1102452"/>
          </a:xfrm>
          <a:prstGeom prst="rect">
            <a:avLst/>
          </a:prstGeom>
        </p:spPr>
        <p:txBody>
          <a:bodyPr anchor="t" rtlCol="false" tIns="0" lIns="0" bIns="0" rIns="0">
            <a:spAutoFit/>
          </a:bodyPr>
          <a:lstStyle/>
          <a:p>
            <a:pPr algn="ctr">
              <a:lnSpc>
                <a:spcPts val="7926"/>
              </a:lnSpc>
            </a:pPr>
            <a:r>
              <a:rPr lang="en-US" sz="6605">
                <a:solidFill>
                  <a:srgbClr val="C4ECFF"/>
                </a:solidFill>
                <a:latin typeface="Arimo"/>
                <a:ea typeface="Arimo"/>
                <a:cs typeface="Arimo"/>
                <a:sym typeface="Arimo"/>
              </a:rPr>
              <a:t>Arquitectura en Sepolia</a:t>
            </a:r>
          </a:p>
        </p:txBody>
      </p:sp>
      <p:sp>
        <p:nvSpPr>
          <p:cNvPr name="Freeform 92" id="92"/>
          <p:cNvSpPr/>
          <p:nvPr/>
        </p:nvSpPr>
        <p:spPr>
          <a:xfrm flipH="false" flipV="false" rot="0">
            <a:off x="6408725" y="2879579"/>
            <a:ext cx="2277837" cy="2146059"/>
          </a:xfrm>
          <a:custGeom>
            <a:avLst/>
            <a:gdLst/>
            <a:ahLst/>
            <a:cxnLst/>
            <a:rect r="r" b="b" t="t" l="l"/>
            <a:pathLst>
              <a:path h="2146059" w="2277837">
                <a:moveTo>
                  <a:pt x="0" y="0"/>
                </a:moveTo>
                <a:lnTo>
                  <a:pt x="2277837" y="0"/>
                </a:lnTo>
                <a:lnTo>
                  <a:pt x="2277837" y="2146059"/>
                </a:lnTo>
                <a:lnTo>
                  <a:pt x="0" y="2146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3" id="93"/>
          <p:cNvSpPr/>
          <p:nvPr/>
        </p:nvSpPr>
        <p:spPr>
          <a:xfrm flipH="false" flipV="false" rot="0">
            <a:off x="8871299" y="2879579"/>
            <a:ext cx="2277837" cy="2146059"/>
          </a:xfrm>
          <a:custGeom>
            <a:avLst/>
            <a:gdLst/>
            <a:ahLst/>
            <a:cxnLst/>
            <a:rect r="r" b="b" t="t" l="l"/>
            <a:pathLst>
              <a:path h="2146059" w="2277837">
                <a:moveTo>
                  <a:pt x="0" y="0"/>
                </a:moveTo>
                <a:lnTo>
                  <a:pt x="2277837" y="0"/>
                </a:lnTo>
                <a:lnTo>
                  <a:pt x="2277837" y="2146059"/>
                </a:lnTo>
                <a:lnTo>
                  <a:pt x="0" y="21460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4" id="94"/>
          <p:cNvSpPr/>
          <p:nvPr/>
        </p:nvSpPr>
        <p:spPr>
          <a:xfrm flipH="false" flipV="false" rot="0">
            <a:off x="5796505" y="4562475"/>
            <a:ext cx="1790538" cy="2550995"/>
          </a:xfrm>
          <a:custGeom>
            <a:avLst/>
            <a:gdLst/>
            <a:ahLst/>
            <a:cxnLst/>
            <a:rect r="r" b="b" t="t" l="l"/>
            <a:pathLst>
              <a:path h="2550995" w="1790538">
                <a:moveTo>
                  <a:pt x="0" y="0"/>
                </a:moveTo>
                <a:lnTo>
                  <a:pt x="1790539" y="0"/>
                </a:lnTo>
                <a:lnTo>
                  <a:pt x="1790539" y="2550995"/>
                </a:lnTo>
                <a:lnTo>
                  <a:pt x="0" y="25509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5" id="95"/>
          <p:cNvSpPr/>
          <p:nvPr/>
        </p:nvSpPr>
        <p:spPr>
          <a:xfrm flipH="false" flipV="false" rot="0">
            <a:off x="9985905" y="4562475"/>
            <a:ext cx="1772688" cy="2550995"/>
          </a:xfrm>
          <a:custGeom>
            <a:avLst/>
            <a:gdLst/>
            <a:ahLst/>
            <a:cxnLst/>
            <a:rect r="r" b="b" t="t" l="l"/>
            <a:pathLst>
              <a:path h="2550995" w="1772688">
                <a:moveTo>
                  <a:pt x="0" y="0"/>
                </a:moveTo>
                <a:lnTo>
                  <a:pt x="1772688" y="0"/>
                </a:lnTo>
                <a:lnTo>
                  <a:pt x="1772688" y="2550995"/>
                </a:lnTo>
                <a:lnTo>
                  <a:pt x="0" y="2550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6" id="96"/>
          <p:cNvSpPr/>
          <p:nvPr/>
        </p:nvSpPr>
        <p:spPr>
          <a:xfrm flipH="false" flipV="false" rot="0">
            <a:off x="6408725" y="6654432"/>
            <a:ext cx="2277837" cy="2147430"/>
          </a:xfrm>
          <a:custGeom>
            <a:avLst/>
            <a:gdLst/>
            <a:ahLst/>
            <a:cxnLst/>
            <a:rect r="r" b="b" t="t" l="l"/>
            <a:pathLst>
              <a:path h="2147430" w="2277837">
                <a:moveTo>
                  <a:pt x="0" y="0"/>
                </a:moveTo>
                <a:lnTo>
                  <a:pt x="2277837" y="0"/>
                </a:lnTo>
                <a:lnTo>
                  <a:pt x="2277837" y="2147430"/>
                </a:lnTo>
                <a:lnTo>
                  <a:pt x="0" y="21474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7" id="97"/>
          <p:cNvSpPr/>
          <p:nvPr/>
        </p:nvSpPr>
        <p:spPr>
          <a:xfrm flipH="false" flipV="false" rot="0">
            <a:off x="8871299" y="6654432"/>
            <a:ext cx="2277837" cy="2147430"/>
          </a:xfrm>
          <a:custGeom>
            <a:avLst/>
            <a:gdLst/>
            <a:ahLst/>
            <a:cxnLst/>
            <a:rect r="r" b="b" t="t" l="l"/>
            <a:pathLst>
              <a:path h="2147430" w="2277837">
                <a:moveTo>
                  <a:pt x="0" y="0"/>
                </a:moveTo>
                <a:lnTo>
                  <a:pt x="2277837" y="0"/>
                </a:lnTo>
                <a:lnTo>
                  <a:pt x="2277837" y="2147430"/>
                </a:lnTo>
                <a:lnTo>
                  <a:pt x="0" y="21474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98" id="98"/>
          <p:cNvGrpSpPr/>
          <p:nvPr/>
        </p:nvGrpSpPr>
        <p:grpSpPr>
          <a:xfrm rot="0">
            <a:off x="7622448" y="4665716"/>
            <a:ext cx="2306088" cy="2306088"/>
            <a:chOff x="0" y="0"/>
            <a:chExt cx="3074784" cy="3074784"/>
          </a:xfrm>
        </p:grpSpPr>
        <p:sp>
          <p:nvSpPr>
            <p:cNvPr name="Freeform 99" id="99"/>
            <p:cNvSpPr/>
            <p:nvPr/>
          </p:nvSpPr>
          <p:spPr>
            <a:xfrm flipH="false" flipV="false" rot="0">
              <a:off x="0" y="0"/>
              <a:ext cx="3074797" cy="3074670"/>
            </a:xfrm>
            <a:custGeom>
              <a:avLst/>
              <a:gdLst/>
              <a:ahLst/>
              <a:cxnLst/>
              <a:rect r="r" b="b" t="t" l="l"/>
              <a:pathLst>
                <a:path h="3074670" w="3074797">
                  <a:moveTo>
                    <a:pt x="0" y="1537335"/>
                  </a:moveTo>
                  <a:cubicBezTo>
                    <a:pt x="0" y="688340"/>
                    <a:pt x="688340" y="0"/>
                    <a:pt x="1537335" y="0"/>
                  </a:cubicBezTo>
                  <a:cubicBezTo>
                    <a:pt x="2386330" y="0"/>
                    <a:pt x="3074797" y="688340"/>
                    <a:pt x="3074797" y="1537335"/>
                  </a:cubicBezTo>
                  <a:cubicBezTo>
                    <a:pt x="3074797" y="2386330"/>
                    <a:pt x="2386457" y="3074670"/>
                    <a:pt x="1537462" y="3074670"/>
                  </a:cubicBezTo>
                  <a:cubicBezTo>
                    <a:pt x="688467" y="3074670"/>
                    <a:pt x="0" y="2386457"/>
                    <a:pt x="0" y="1537335"/>
                  </a:cubicBezTo>
                  <a:close/>
                </a:path>
              </a:pathLst>
            </a:custGeom>
            <a:solidFill>
              <a:srgbClr val="C4ECFF">
                <a:alpha val="8627"/>
              </a:srgbClr>
            </a:solidFill>
          </p:spPr>
        </p:sp>
      </p:grpSp>
      <p:grpSp>
        <p:nvGrpSpPr>
          <p:cNvPr name="Group 100" id="100"/>
          <p:cNvGrpSpPr/>
          <p:nvPr/>
        </p:nvGrpSpPr>
        <p:grpSpPr>
          <a:xfrm rot="0">
            <a:off x="7831093" y="4874362"/>
            <a:ext cx="1887426" cy="1887426"/>
            <a:chOff x="0" y="0"/>
            <a:chExt cx="2516568" cy="2516568"/>
          </a:xfrm>
        </p:grpSpPr>
        <p:sp>
          <p:nvSpPr>
            <p:cNvPr name="Freeform 101" id="101"/>
            <p:cNvSpPr/>
            <p:nvPr/>
          </p:nvSpPr>
          <p:spPr>
            <a:xfrm flipH="false" flipV="false" rot="0">
              <a:off x="0" y="0"/>
              <a:ext cx="2516632" cy="2516632"/>
            </a:xfrm>
            <a:custGeom>
              <a:avLst/>
              <a:gdLst/>
              <a:ahLst/>
              <a:cxnLst/>
              <a:rect r="r" b="b" t="t" l="l"/>
              <a:pathLst>
                <a:path h="2516632" w="2516632">
                  <a:moveTo>
                    <a:pt x="0" y="1258316"/>
                  </a:moveTo>
                  <a:cubicBezTo>
                    <a:pt x="0" y="563372"/>
                    <a:pt x="563372" y="0"/>
                    <a:pt x="1258316" y="0"/>
                  </a:cubicBezTo>
                  <a:cubicBezTo>
                    <a:pt x="1953260" y="0"/>
                    <a:pt x="2516632" y="563372"/>
                    <a:pt x="2516632" y="1258316"/>
                  </a:cubicBezTo>
                  <a:cubicBezTo>
                    <a:pt x="2516632" y="1953260"/>
                    <a:pt x="1953260" y="2516632"/>
                    <a:pt x="1258316" y="2516632"/>
                  </a:cubicBezTo>
                  <a:cubicBezTo>
                    <a:pt x="563372" y="2516632"/>
                    <a:pt x="0" y="1953260"/>
                    <a:pt x="0" y="1258316"/>
                  </a:cubicBezTo>
                  <a:close/>
                </a:path>
              </a:pathLst>
            </a:custGeom>
            <a:solidFill>
              <a:srgbClr val="C4ECFF"/>
            </a:solidFill>
          </p:spPr>
        </p:sp>
      </p:grpSp>
      <p:sp>
        <p:nvSpPr>
          <p:cNvPr name="TextBox 102" id="102"/>
          <p:cNvSpPr txBox="true"/>
          <p:nvPr/>
        </p:nvSpPr>
        <p:spPr>
          <a:xfrm rot="0">
            <a:off x="7833312" y="5395189"/>
            <a:ext cx="1876130" cy="1038101"/>
          </a:xfrm>
          <a:prstGeom prst="rect">
            <a:avLst/>
          </a:prstGeom>
        </p:spPr>
        <p:txBody>
          <a:bodyPr anchor="t" rtlCol="false" tIns="0" lIns="0" bIns="0" rIns="0">
            <a:spAutoFit/>
          </a:bodyPr>
          <a:lstStyle/>
          <a:p>
            <a:pPr algn="ctr">
              <a:lnSpc>
                <a:spcPts val="2161"/>
              </a:lnSpc>
            </a:pPr>
            <a:r>
              <a:rPr lang="en-US" sz="1801" b="true">
                <a:solidFill>
                  <a:srgbClr val="121228"/>
                </a:solidFill>
                <a:latin typeface="Arimo Bold"/>
                <a:ea typeface="Arimo Bold"/>
                <a:cs typeface="Arimo Bold"/>
                <a:sym typeface="Arimo Bold"/>
              </a:rPr>
              <a:t>TeamRegistry</a:t>
            </a:r>
          </a:p>
        </p:txBody>
      </p:sp>
      <p:sp>
        <p:nvSpPr>
          <p:cNvPr name="TextBox 103" id="103"/>
          <p:cNvSpPr txBox="true"/>
          <p:nvPr/>
        </p:nvSpPr>
        <p:spPr>
          <a:xfrm rot="0">
            <a:off x="12177817" y="2920175"/>
            <a:ext cx="4471854" cy="371475"/>
          </a:xfrm>
          <a:prstGeom prst="rect">
            <a:avLst/>
          </a:prstGeom>
        </p:spPr>
        <p:txBody>
          <a:bodyPr anchor="t" rtlCol="false" tIns="0" lIns="0" bIns="0" rIns="0">
            <a:spAutoFit/>
          </a:bodyPr>
          <a:lstStyle/>
          <a:p>
            <a:pPr algn="l">
              <a:lnSpc>
                <a:spcPts val="2882"/>
              </a:lnSpc>
            </a:pPr>
            <a:r>
              <a:rPr lang="en-US" sz="2401" b="true">
                <a:solidFill>
                  <a:srgbClr val="C4ECFF"/>
                </a:solidFill>
                <a:latin typeface="Arimo Bold"/>
                <a:ea typeface="Arimo Bold"/>
                <a:cs typeface="Arimo Bold"/>
                <a:sym typeface="Arimo Bold"/>
              </a:rPr>
              <a:t>TeamRegistry · 0x13B6---</a:t>
            </a:r>
          </a:p>
        </p:txBody>
      </p:sp>
      <p:sp>
        <p:nvSpPr>
          <p:cNvPr name="TextBox 104" id="104"/>
          <p:cNvSpPr txBox="true"/>
          <p:nvPr/>
        </p:nvSpPr>
        <p:spPr>
          <a:xfrm rot="0">
            <a:off x="12177817" y="3268389"/>
            <a:ext cx="3980431" cy="1326899"/>
          </a:xfrm>
          <a:prstGeom prst="rect">
            <a:avLst/>
          </a:prstGeom>
        </p:spPr>
        <p:txBody>
          <a:bodyPr anchor="t" rtlCol="false" tIns="0" lIns="0" bIns="0" rIns="0">
            <a:spAutoFit/>
          </a:bodyPr>
          <a:lstStyle/>
          <a:p>
            <a:pPr algn="l">
              <a:lnSpc>
                <a:spcPts val="3242"/>
              </a:lnSpc>
            </a:pPr>
            <a:r>
              <a:rPr lang="en-US" sz="1801">
                <a:solidFill>
                  <a:srgbClr val="C4ECFF"/>
                </a:solidFill>
                <a:latin typeface="Roboto"/>
                <a:ea typeface="Roboto"/>
                <a:cs typeface="Roboto"/>
                <a:sym typeface="Roboto"/>
              </a:rPr>
              <a:t>Equipos, postulaciones, reveal y claim.</a:t>
            </a:r>
          </a:p>
        </p:txBody>
      </p:sp>
      <p:sp>
        <p:nvSpPr>
          <p:cNvPr name="TextBox 105" id="105"/>
          <p:cNvSpPr txBox="true"/>
          <p:nvPr/>
        </p:nvSpPr>
        <p:spPr>
          <a:xfrm rot="0">
            <a:off x="12875143" y="5279803"/>
            <a:ext cx="4471854" cy="425977"/>
          </a:xfrm>
          <a:prstGeom prst="rect">
            <a:avLst/>
          </a:prstGeom>
        </p:spPr>
        <p:txBody>
          <a:bodyPr anchor="t" rtlCol="false" tIns="0" lIns="0" bIns="0" rIns="0">
            <a:spAutoFit/>
          </a:bodyPr>
          <a:lstStyle/>
          <a:p>
            <a:pPr algn="l">
              <a:lnSpc>
                <a:spcPts val="2882"/>
              </a:lnSpc>
            </a:pPr>
            <a:r>
              <a:rPr lang="en-US" sz="2401" b="true">
                <a:solidFill>
                  <a:srgbClr val="C4ECFF"/>
                </a:solidFill>
                <a:latin typeface="Arimo Bold"/>
                <a:ea typeface="Arimo Bold"/>
                <a:cs typeface="Arimo Bold"/>
                <a:sym typeface="Arimo Bold"/>
              </a:rPr>
              <a:t>TeamCredential (ERC-721)</a:t>
            </a:r>
          </a:p>
        </p:txBody>
      </p:sp>
      <p:sp>
        <p:nvSpPr>
          <p:cNvPr name="TextBox 106" id="106"/>
          <p:cNvSpPr txBox="true"/>
          <p:nvPr/>
        </p:nvSpPr>
        <p:spPr>
          <a:xfrm rot="0">
            <a:off x="12875143" y="5628008"/>
            <a:ext cx="3980431" cy="1326899"/>
          </a:xfrm>
          <a:prstGeom prst="rect">
            <a:avLst/>
          </a:prstGeom>
        </p:spPr>
        <p:txBody>
          <a:bodyPr anchor="t" rtlCol="false" tIns="0" lIns="0" bIns="0" rIns="0">
            <a:spAutoFit/>
          </a:bodyPr>
          <a:lstStyle/>
          <a:p>
            <a:pPr algn="l">
              <a:lnSpc>
                <a:spcPts val="3242"/>
              </a:lnSpc>
            </a:pPr>
            <a:r>
              <a:rPr lang="en-US" sz="1801">
                <a:solidFill>
                  <a:srgbClr val="C4ECFF"/>
                </a:solidFill>
                <a:latin typeface="Roboto"/>
                <a:ea typeface="Roboto"/>
                <a:cs typeface="Roboto"/>
                <a:sym typeface="Roboto"/>
              </a:rPr>
              <a:t>NFT de membresía; solo el registry puede mintear · 0x403F…61F5</a:t>
            </a:r>
          </a:p>
        </p:txBody>
      </p:sp>
      <p:sp>
        <p:nvSpPr>
          <p:cNvPr name="TextBox 107" id="107"/>
          <p:cNvSpPr txBox="true"/>
          <p:nvPr/>
        </p:nvSpPr>
        <p:spPr>
          <a:xfrm rot="0">
            <a:off x="12177817" y="7638050"/>
            <a:ext cx="4471854" cy="425977"/>
          </a:xfrm>
          <a:prstGeom prst="rect">
            <a:avLst/>
          </a:prstGeom>
        </p:spPr>
        <p:txBody>
          <a:bodyPr anchor="t" rtlCol="false" tIns="0" lIns="0" bIns="0" rIns="0">
            <a:spAutoFit/>
          </a:bodyPr>
          <a:lstStyle/>
          <a:p>
            <a:pPr algn="l">
              <a:lnSpc>
                <a:spcPts val="2882"/>
              </a:lnSpc>
            </a:pPr>
            <a:r>
              <a:rPr lang="en-US" sz="2401" b="true">
                <a:solidFill>
                  <a:srgbClr val="C4ECFF"/>
                </a:solidFill>
                <a:latin typeface="Arimo Bold"/>
                <a:ea typeface="Arimo Bold"/>
                <a:cs typeface="Arimo Bold"/>
                <a:sym typeface="Arimo Bold"/>
              </a:rPr>
              <a:t>Frontend</a:t>
            </a:r>
          </a:p>
        </p:txBody>
      </p:sp>
      <p:sp>
        <p:nvSpPr>
          <p:cNvPr name="TextBox 108" id="108"/>
          <p:cNvSpPr txBox="true"/>
          <p:nvPr/>
        </p:nvSpPr>
        <p:spPr>
          <a:xfrm rot="0">
            <a:off x="12177817" y="7986265"/>
            <a:ext cx="3980431" cy="1326899"/>
          </a:xfrm>
          <a:prstGeom prst="rect">
            <a:avLst/>
          </a:prstGeom>
        </p:spPr>
        <p:txBody>
          <a:bodyPr anchor="t" rtlCol="false" tIns="0" lIns="0" bIns="0" rIns="0">
            <a:spAutoFit/>
          </a:bodyPr>
          <a:lstStyle/>
          <a:p>
            <a:pPr algn="l">
              <a:lnSpc>
                <a:spcPts val="3242"/>
              </a:lnSpc>
            </a:pPr>
            <a:r>
              <a:rPr lang="en-US" sz="1801">
                <a:solidFill>
                  <a:srgbClr val="C4ECFF"/>
                </a:solidFill>
                <a:latin typeface="Roboto"/>
                <a:ea typeface="Roboto"/>
                <a:cs typeface="Roboto"/>
                <a:sym typeface="Roboto"/>
              </a:rPr>
              <a:t>Next.js 16 + wagmi 3 · pruebas ZK en el navegador.</a:t>
            </a:r>
          </a:p>
        </p:txBody>
      </p:sp>
      <p:sp>
        <p:nvSpPr>
          <p:cNvPr name="TextBox 109" id="109"/>
          <p:cNvSpPr txBox="true"/>
          <p:nvPr/>
        </p:nvSpPr>
        <p:spPr>
          <a:xfrm rot="0">
            <a:off x="1173109" y="2910573"/>
            <a:ext cx="4471854" cy="425977"/>
          </a:xfrm>
          <a:prstGeom prst="rect">
            <a:avLst/>
          </a:prstGeom>
        </p:spPr>
        <p:txBody>
          <a:bodyPr anchor="t" rtlCol="false" tIns="0" lIns="0" bIns="0" rIns="0">
            <a:spAutoFit/>
          </a:bodyPr>
          <a:lstStyle/>
          <a:p>
            <a:pPr algn="r">
              <a:lnSpc>
                <a:spcPts val="2882"/>
              </a:lnSpc>
            </a:pPr>
            <a:r>
              <a:rPr lang="en-US" sz="2401" b="true">
                <a:solidFill>
                  <a:srgbClr val="C4ECFF"/>
                </a:solidFill>
                <a:latin typeface="Arimo Bold"/>
                <a:ea typeface="Arimo Bold"/>
                <a:cs typeface="Arimo Bold"/>
                <a:sym typeface="Arimo Bold"/>
              </a:rPr>
              <a:t>Semaphore V4 (PSE)</a:t>
            </a:r>
          </a:p>
        </p:txBody>
      </p:sp>
      <p:sp>
        <p:nvSpPr>
          <p:cNvPr name="TextBox 110" id="110"/>
          <p:cNvSpPr txBox="true"/>
          <p:nvPr/>
        </p:nvSpPr>
        <p:spPr>
          <a:xfrm rot="0">
            <a:off x="1059170" y="3258779"/>
            <a:ext cx="4585783" cy="1326899"/>
          </a:xfrm>
          <a:prstGeom prst="rect">
            <a:avLst/>
          </a:prstGeom>
        </p:spPr>
        <p:txBody>
          <a:bodyPr anchor="t" rtlCol="false" tIns="0" lIns="0" bIns="0" rIns="0">
            <a:spAutoFit/>
          </a:bodyPr>
          <a:lstStyle/>
          <a:p>
            <a:pPr algn="r">
              <a:lnSpc>
                <a:spcPts val="3242"/>
              </a:lnSpc>
            </a:pPr>
            <a:r>
              <a:rPr lang="en-US" sz="1801">
                <a:solidFill>
                  <a:srgbClr val="C4ECFF"/>
                </a:solidFill>
                <a:latin typeface="Roboto"/>
                <a:ea typeface="Roboto"/>
                <a:cs typeface="Roboto"/>
                <a:sym typeface="Roboto"/>
              </a:rPr>
              <a:t>Grupo del curso + verificación ZK con LeanIMT · 0xBB10…C691</a:t>
            </a:r>
          </a:p>
        </p:txBody>
      </p:sp>
      <p:sp>
        <p:nvSpPr>
          <p:cNvPr name="TextBox 111" id="111"/>
          <p:cNvSpPr txBox="true"/>
          <p:nvPr/>
        </p:nvSpPr>
        <p:spPr>
          <a:xfrm rot="0">
            <a:off x="475793" y="5160378"/>
            <a:ext cx="4471854" cy="371475"/>
          </a:xfrm>
          <a:prstGeom prst="rect">
            <a:avLst/>
          </a:prstGeom>
        </p:spPr>
        <p:txBody>
          <a:bodyPr anchor="t" rtlCol="false" tIns="0" lIns="0" bIns="0" rIns="0">
            <a:spAutoFit/>
          </a:bodyPr>
          <a:lstStyle/>
          <a:p>
            <a:pPr algn="r">
              <a:lnSpc>
                <a:spcPts val="2882"/>
              </a:lnSpc>
            </a:pPr>
            <a:r>
              <a:rPr lang="en-US" sz="2401" b="true">
                <a:solidFill>
                  <a:srgbClr val="C4ECFF"/>
                </a:solidFill>
                <a:latin typeface="Arimo Bold"/>
                <a:ea typeface="Arimo Bold"/>
                <a:cs typeface="Arimo Bold"/>
                <a:sym typeface="Arimo Bold"/>
              </a:rPr>
              <a:t>Llama a ISemaphore</a:t>
            </a:r>
          </a:p>
        </p:txBody>
      </p:sp>
      <p:sp>
        <p:nvSpPr>
          <p:cNvPr name="TextBox 112" id="112"/>
          <p:cNvSpPr txBox="true"/>
          <p:nvPr/>
        </p:nvSpPr>
        <p:spPr>
          <a:xfrm rot="0">
            <a:off x="967207" y="5508584"/>
            <a:ext cx="3980431" cy="1326899"/>
          </a:xfrm>
          <a:prstGeom prst="rect">
            <a:avLst/>
          </a:prstGeom>
        </p:spPr>
        <p:txBody>
          <a:bodyPr anchor="t" rtlCol="false" tIns="0" lIns="0" bIns="0" rIns="0">
            <a:spAutoFit/>
          </a:bodyPr>
          <a:lstStyle/>
          <a:p>
            <a:pPr algn="r">
              <a:lnSpc>
                <a:spcPts val="3242"/>
              </a:lnSpc>
            </a:pPr>
            <a:r>
              <a:rPr lang="en-US" sz="1801">
                <a:solidFill>
                  <a:srgbClr val="C4ECFF"/>
                </a:solidFill>
                <a:latin typeface="Roboto"/>
                <a:ea typeface="Roboto"/>
                <a:cs typeface="Roboto"/>
                <a:sym typeface="Roboto"/>
              </a:rPr>
              <a:t>No hereda Semaphore: nadie puede usar addMember y saltear al docente.</a:t>
            </a:r>
          </a:p>
        </p:txBody>
      </p:sp>
      <p:sp>
        <p:nvSpPr>
          <p:cNvPr name="TextBox 113" id="113"/>
          <p:cNvSpPr txBox="true"/>
          <p:nvPr/>
        </p:nvSpPr>
        <p:spPr>
          <a:xfrm rot="0">
            <a:off x="1059170" y="7520007"/>
            <a:ext cx="4471854" cy="425977"/>
          </a:xfrm>
          <a:prstGeom prst="rect">
            <a:avLst/>
          </a:prstGeom>
        </p:spPr>
        <p:txBody>
          <a:bodyPr anchor="t" rtlCol="false" tIns="0" lIns="0" bIns="0" rIns="0">
            <a:spAutoFit/>
          </a:bodyPr>
          <a:lstStyle/>
          <a:p>
            <a:pPr algn="r">
              <a:lnSpc>
                <a:spcPts val="2882"/>
              </a:lnSpc>
            </a:pPr>
            <a:r>
              <a:rPr lang="en-US" sz="2401" b="true">
                <a:solidFill>
                  <a:srgbClr val="C4ECFF"/>
                </a:solidFill>
                <a:latin typeface="Arimo Bold"/>
                <a:ea typeface="Arimo Bold"/>
                <a:cs typeface="Arimo Bold"/>
                <a:sym typeface="Arimo Bold"/>
              </a:rPr>
              <a:t>Docente (owner)</a:t>
            </a:r>
          </a:p>
        </p:txBody>
      </p:sp>
      <p:sp>
        <p:nvSpPr>
          <p:cNvPr name="TextBox 114" id="114"/>
          <p:cNvSpPr txBox="true"/>
          <p:nvPr/>
        </p:nvSpPr>
        <p:spPr>
          <a:xfrm rot="0">
            <a:off x="1550594" y="7868212"/>
            <a:ext cx="3980431" cy="1326899"/>
          </a:xfrm>
          <a:prstGeom prst="rect">
            <a:avLst/>
          </a:prstGeom>
        </p:spPr>
        <p:txBody>
          <a:bodyPr anchor="t" rtlCol="false" tIns="0" lIns="0" bIns="0" rIns="0">
            <a:spAutoFit/>
          </a:bodyPr>
          <a:lstStyle/>
          <a:p>
            <a:pPr algn="r">
              <a:lnSpc>
                <a:spcPts val="3242"/>
              </a:lnSpc>
            </a:pPr>
            <a:r>
              <a:rPr lang="en-US" sz="1801">
                <a:solidFill>
                  <a:srgbClr val="C4ECFF"/>
                </a:solidFill>
                <a:latin typeface="Roboto"/>
                <a:ea typeface="Roboto"/>
                <a:cs typeface="Roboto"/>
                <a:sym typeface="Roboto"/>
              </a:rPr>
              <a:t>Único que inscribe con addCourseMember(s); el registry es admin del grupo.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15643889" y="3177283"/>
            <a:ext cx="1227630" cy="1227630"/>
            <a:chOff x="0" y="0"/>
            <a:chExt cx="1636840" cy="1636840"/>
          </a:xfrm>
        </p:grpSpPr>
        <p:sp>
          <p:nvSpPr>
            <p:cNvPr name="Freeform 55" id="55"/>
            <p:cNvSpPr/>
            <p:nvPr/>
          </p:nvSpPr>
          <p:spPr>
            <a:xfrm flipH="false" flipV="false" rot="0">
              <a:off x="0" y="0"/>
              <a:ext cx="1636776" cy="1636776"/>
            </a:xfrm>
            <a:custGeom>
              <a:avLst/>
              <a:gdLst/>
              <a:ahLst/>
              <a:cxnLst/>
              <a:rect r="r" b="b" t="t" l="l"/>
              <a:pathLst>
                <a:path h="1636776" w="1636776">
                  <a:moveTo>
                    <a:pt x="1636776" y="0"/>
                  </a:moveTo>
                  <a:lnTo>
                    <a:pt x="1636776" y="818388"/>
                  </a:lnTo>
                  <a:lnTo>
                    <a:pt x="818388" y="1636776"/>
                  </a:lnTo>
                  <a:lnTo>
                    <a:pt x="0" y="1636776"/>
                  </a:lnTo>
                  <a:close/>
                </a:path>
              </a:pathLst>
            </a:custGeom>
            <a:solidFill>
              <a:srgbClr val="2634AC">
                <a:alpha val="63922"/>
              </a:srgbClr>
            </a:solidFill>
          </p:spPr>
        </p:sp>
      </p:grpSp>
      <p:grpSp>
        <p:nvGrpSpPr>
          <p:cNvPr name="Group 56" id="56"/>
          <p:cNvGrpSpPr/>
          <p:nvPr/>
        </p:nvGrpSpPr>
        <p:grpSpPr>
          <a:xfrm rot="0">
            <a:off x="15030079" y="2563463"/>
            <a:ext cx="1841440" cy="1841440"/>
            <a:chOff x="0" y="0"/>
            <a:chExt cx="2455253" cy="2455253"/>
          </a:xfrm>
        </p:grpSpPr>
        <p:sp>
          <p:nvSpPr>
            <p:cNvPr name="Freeform 57" id="57"/>
            <p:cNvSpPr/>
            <p:nvPr/>
          </p:nvSpPr>
          <p:spPr>
            <a:xfrm flipH="false" flipV="false" rot="0">
              <a:off x="0" y="0"/>
              <a:ext cx="2455291" cy="2455291"/>
            </a:xfrm>
            <a:custGeom>
              <a:avLst/>
              <a:gdLst/>
              <a:ahLst/>
              <a:cxnLst/>
              <a:rect r="r" b="b" t="t" l="l"/>
              <a:pathLst>
                <a:path h="2455291" w="2455291">
                  <a:moveTo>
                    <a:pt x="2455291" y="0"/>
                  </a:moveTo>
                  <a:lnTo>
                    <a:pt x="2455291" y="1391285"/>
                  </a:lnTo>
                  <a:lnTo>
                    <a:pt x="1391285" y="2455291"/>
                  </a:lnTo>
                  <a:lnTo>
                    <a:pt x="0" y="2455291"/>
                  </a:lnTo>
                  <a:close/>
                </a:path>
              </a:pathLst>
            </a:custGeom>
            <a:solidFill>
              <a:srgbClr val="252EA1">
                <a:alpha val="44706"/>
              </a:srgbClr>
            </a:solidFill>
          </p:spPr>
        </p:sp>
      </p:grpSp>
      <p:grpSp>
        <p:nvGrpSpPr>
          <p:cNvPr name="Group 58" id="58"/>
          <p:cNvGrpSpPr/>
          <p:nvPr/>
        </p:nvGrpSpPr>
        <p:grpSpPr>
          <a:xfrm rot="0">
            <a:off x="14416259" y="1949653"/>
            <a:ext cx="2455250" cy="2455250"/>
            <a:chOff x="0" y="0"/>
            <a:chExt cx="3273666" cy="3273666"/>
          </a:xfrm>
        </p:grpSpPr>
        <p:sp>
          <p:nvSpPr>
            <p:cNvPr name="Freeform 59" id="59"/>
            <p:cNvSpPr/>
            <p:nvPr/>
          </p:nvSpPr>
          <p:spPr>
            <a:xfrm flipH="false" flipV="false" rot="0">
              <a:off x="0" y="0"/>
              <a:ext cx="3273679" cy="3273679"/>
            </a:xfrm>
            <a:custGeom>
              <a:avLst/>
              <a:gdLst/>
              <a:ahLst/>
              <a:cxnLst/>
              <a:rect r="r" b="b" t="t" l="l"/>
              <a:pathLst>
                <a:path h="3273679" w="3273679">
                  <a:moveTo>
                    <a:pt x="3273679" y="0"/>
                  </a:moveTo>
                  <a:lnTo>
                    <a:pt x="3273679" y="1391285"/>
                  </a:lnTo>
                  <a:lnTo>
                    <a:pt x="1391285" y="3273679"/>
                  </a:lnTo>
                  <a:lnTo>
                    <a:pt x="0" y="3273679"/>
                  </a:lnTo>
                  <a:close/>
                </a:path>
              </a:pathLst>
            </a:custGeom>
            <a:solidFill>
              <a:srgbClr val="242796">
                <a:alpha val="29020"/>
              </a:srgbClr>
            </a:solidFill>
          </p:spPr>
        </p:sp>
      </p:grpSp>
      <p:grpSp>
        <p:nvGrpSpPr>
          <p:cNvPr name="Group 60" id="60"/>
          <p:cNvGrpSpPr/>
          <p:nvPr/>
        </p:nvGrpSpPr>
        <p:grpSpPr>
          <a:xfrm rot="0">
            <a:off x="13802449" y="1335843"/>
            <a:ext cx="3069069" cy="3069069"/>
            <a:chOff x="0" y="0"/>
            <a:chExt cx="4092092" cy="4092092"/>
          </a:xfrm>
        </p:grpSpPr>
        <p:sp>
          <p:nvSpPr>
            <p:cNvPr name="Freeform 61" id="61"/>
            <p:cNvSpPr/>
            <p:nvPr/>
          </p:nvSpPr>
          <p:spPr>
            <a:xfrm flipH="false" flipV="false" rot="0">
              <a:off x="0" y="0"/>
              <a:ext cx="4092067" cy="4092067"/>
            </a:xfrm>
            <a:custGeom>
              <a:avLst/>
              <a:gdLst/>
              <a:ahLst/>
              <a:cxnLst/>
              <a:rect r="r" b="b" t="t" l="l"/>
              <a:pathLst>
                <a:path h="4092067" w="4092067">
                  <a:moveTo>
                    <a:pt x="4092067" y="0"/>
                  </a:moveTo>
                  <a:lnTo>
                    <a:pt x="4092067" y="1391285"/>
                  </a:lnTo>
                  <a:lnTo>
                    <a:pt x="1391285" y="4092067"/>
                  </a:lnTo>
                  <a:lnTo>
                    <a:pt x="0" y="4092067"/>
                  </a:lnTo>
                  <a:close/>
                </a:path>
              </a:pathLst>
            </a:custGeom>
            <a:solidFill>
              <a:srgbClr val="23218A">
                <a:alpha val="15686"/>
              </a:srgbClr>
            </a:solidFill>
          </p:spPr>
        </p:sp>
      </p:grpSp>
      <p:grpSp>
        <p:nvGrpSpPr>
          <p:cNvPr name="Group 62" id="62"/>
          <p:cNvGrpSpPr/>
          <p:nvPr/>
        </p:nvGrpSpPr>
        <p:grpSpPr>
          <a:xfrm rot="0">
            <a:off x="13188639" y="722024"/>
            <a:ext cx="3682879" cy="3682879"/>
            <a:chOff x="0" y="0"/>
            <a:chExt cx="4910506" cy="4910506"/>
          </a:xfrm>
        </p:grpSpPr>
        <p:sp>
          <p:nvSpPr>
            <p:cNvPr name="Freeform 63" id="63"/>
            <p:cNvSpPr/>
            <p:nvPr/>
          </p:nvSpPr>
          <p:spPr>
            <a:xfrm flipH="false" flipV="false" rot="0">
              <a:off x="0" y="0"/>
              <a:ext cx="4910455" cy="4910455"/>
            </a:xfrm>
            <a:custGeom>
              <a:avLst/>
              <a:gdLst/>
              <a:ahLst/>
              <a:cxnLst/>
              <a:rect r="r" b="b" t="t" l="l"/>
              <a:pathLst>
                <a:path h="4910455" w="4910455">
                  <a:moveTo>
                    <a:pt x="4910455" y="0"/>
                  </a:moveTo>
                  <a:lnTo>
                    <a:pt x="4910455" y="1391285"/>
                  </a:lnTo>
                  <a:lnTo>
                    <a:pt x="1391285" y="4910455"/>
                  </a:lnTo>
                  <a:lnTo>
                    <a:pt x="0" y="4910455"/>
                  </a:lnTo>
                  <a:close/>
                </a:path>
              </a:pathLst>
            </a:custGeom>
            <a:solidFill>
              <a:srgbClr val="211A7F">
                <a:alpha val="7059"/>
              </a:srgbClr>
            </a:solidFill>
          </p:spPr>
        </p:sp>
      </p:grpSp>
      <p:grpSp>
        <p:nvGrpSpPr>
          <p:cNvPr name="Group 64" id="64"/>
          <p:cNvGrpSpPr/>
          <p:nvPr/>
        </p:nvGrpSpPr>
        <p:grpSpPr>
          <a:xfrm rot="0">
            <a:off x="13188639" y="722024"/>
            <a:ext cx="3682879" cy="3682879"/>
            <a:chOff x="0" y="0"/>
            <a:chExt cx="4910506" cy="4910506"/>
          </a:xfrm>
        </p:grpSpPr>
        <p:sp>
          <p:nvSpPr>
            <p:cNvPr name="Freeform 65" id="65"/>
            <p:cNvSpPr/>
            <p:nvPr/>
          </p:nvSpPr>
          <p:spPr>
            <a:xfrm flipH="false" flipV="false" rot="0">
              <a:off x="0" y="0"/>
              <a:ext cx="4910455" cy="4910455"/>
            </a:xfrm>
            <a:custGeom>
              <a:avLst/>
              <a:gdLst/>
              <a:ahLst/>
              <a:cxnLst/>
              <a:rect r="r" b="b" t="t" l="l"/>
              <a:pathLst>
                <a:path h="4910455" w="4910455">
                  <a:moveTo>
                    <a:pt x="4092067" y="0"/>
                  </a:moveTo>
                  <a:lnTo>
                    <a:pt x="4910455" y="0"/>
                  </a:lnTo>
                  <a:lnTo>
                    <a:pt x="4910455" y="572897"/>
                  </a:lnTo>
                  <a:lnTo>
                    <a:pt x="572897" y="4910455"/>
                  </a:lnTo>
                  <a:lnTo>
                    <a:pt x="0" y="4910455"/>
                  </a:lnTo>
                  <a:lnTo>
                    <a:pt x="0" y="4092067"/>
                  </a:lnTo>
                  <a:close/>
                </a:path>
              </a:pathLst>
            </a:custGeom>
            <a:solidFill>
              <a:srgbClr val="201474">
                <a:alpha val="1569"/>
              </a:srgbClr>
            </a:solidFill>
          </p:spPr>
        </p:sp>
      </p:grpSp>
      <p:grpSp>
        <p:nvGrpSpPr>
          <p:cNvPr name="Group 66" id="66"/>
          <p:cNvGrpSpPr/>
          <p:nvPr/>
        </p:nvGrpSpPr>
        <p:grpSpPr>
          <a:xfrm rot="0">
            <a:off x="13188639" y="722024"/>
            <a:ext cx="3498733" cy="3498733"/>
            <a:chOff x="0" y="0"/>
            <a:chExt cx="4664977" cy="4664977"/>
          </a:xfrm>
        </p:grpSpPr>
        <p:sp>
          <p:nvSpPr>
            <p:cNvPr name="Freeform 67" id="67"/>
            <p:cNvSpPr/>
            <p:nvPr/>
          </p:nvSpPr>
          <p:spPr>
            <a:xfrm flipH="false" flipV="false" rot="0">
              <a:off x="0" y="0"/>
              <a:ext cx="4664964" cy="4664964"/>
            </a:xfrm>
            <a:custGeom>
              <a:avLst/>
              <a:gdLst/>
              <a:ahLst/>
              <a:cxnLst/>
              <a:rect r="r" b="b" t="t" l="l"/>
              <a:pathLst>
                <a:path h="4664964" w="4664964">
                  <a:moveTo>
                    <a:pt x="3273679" y="0"/>
                  </a:moveTo>
                  <a:lnTo>
                    <a:pt x="4664964" y="0"/>
                  </a:lnTo>
                  <a:lnTo>
                    <a:pt x="0" y="4664964"/>
                  </a:lnTo>
                  <a:lnTo>
                    <a:pt x="0" y="3273679"/>
                  </a:lnTo>
                  <a:close/>
                </a:path>
              </a:pathLst>
            </a:custGeom>
            <a:solidFill>
              <a:srgbClr val="1F0D69">
                <a:alpha val="0"/>
              </a:srgbClr>
            </a:solidFill>
          </p:spPr>
        </p:sp>
      </p:grpSp>
      <p:grpSp>
        <p:nvGrpSpPr>
          <p:cNvPr name="Group 68" id="68"/>
          <p:cNvGrpSpPr/>
          <p:nvPr/>
        </p:nvGrpSpPr>
        <p:grpSpPr>
          <a:xfrm rot="0">
            <a:off x="17059570" y="9331423"/>
            <a:ext cx="573776" cy="573776"/>
            <a:chOff x="0" y="0"/>
            <a:chExt cx="765035" cy="765035"/>
          </a:xfrm>
        </p:grpSpPr>
        <p:sp>
          <p:nvSpPr>
            <p:cNvPr name="Freeform 69" id="69"/>
            <p:cNvSpPr/>
            <p:nvPr/>
          </p:nvSpPr>
          <p:spPr>
            <a:xfrm flipH="false" flipV="false" rot="0">
              <a:off x="0" y="0"/>
              <a:ext cx="765048" cy="765048"/>
            </a:xfrm>
            <a:custGeom>
              <a:avLst/>
              <a:gdLst/>
              <a:ahLst/>
              <a:cxnLst/>
              <a:rect r="r" b="b" t="t" l="l"/>
              <a:pathLst>
                <a:path h="765048" w="765048">
                  <a:moveTo>
                    <a:pt x="765048" y="0"/>
                  </a:moveTo>
                  <a:lnTo>
                    <a:pt x="765048" y="382524"/>
                  </a:lnTo>
                  <a:lnTo>
                    <a:pt x="382524" y="765048"/>
                  </a:lnTo>
                  <a:lnTo>
                    <a:pt x="0" y="765048"/>
                  </a:lnTo>
                  <a:close/>
                </a:path>
              </a:pathLst>
            </a:custGeom>
            <a:solidFill>
              <a:srgbClr val="2634AC">
                <a:alpha val="63922"/>
              </a:srgbClr>
            </a:solidFill>
          </p:spPr>
        </p:sp>
      </p:grpSp>
      <p:grpSp>
        <p:nvGrpSpPr>
          <p:cNvPr name="Group 70" id="70"/>
          <p:cNvGrpSpPr/>
          <p:nvPr/>
        </p:nvGrpSpPr>
        <p:grpSpPr>
          <a:xfrm rot="0">
            <a:off x="16772687" y="9044540"/>
            <a:ext cx="860669" cy="860669"/>
            <a:chOff x="0" y="0"/>
            <a:chExt cx="1147559" cy="1147559"/>
          </a:xfrm>
        </p:grpSpPr>
        <p:sp>
          <p:nvSpPr>
            <p:cNvPr name="Freeform 71" id="71"/>
            <p:cNvSpPr/>
            <p:nvPr/>
          </p:nvSpPr>
          <p:spPr>
            <a:xfrm flipH="false" flipV="false" rot="0">
              <a:off x="0" y="0"/>
              <a:ext cx="1147572" cy="1147572"/>
            </a:xfrm>
            <a:custGeom>
              <a:avLst/>
              <a:gdLst/>
              <a:ahLst/>
              <a:cxnLst/>
              <a:rect r="r" b="b" t="t" l="l"/>
              <a:pathLst>
                <a:path h="1147572" w="1147572">
                  <a:moveTo>
                    <a:pt x="1147572" y="0"/>
                  </a:moveTo>
                  <a:lnTo>
                    <a:pt x="1147572" y="650240"/>
                  </a:lnTo>
                  <a:lnTo>
                    <a:pt x="650240" y="1147572"/>
                  </a:lnTo>
                  <a:lnTo>
                    <a:pt x="0" y="1147572"/>
                  </a:lnTo>
                  <a:close/>
                </a:path>
              </a:pathLst>
            </a:custGeom>
            <a:solidFill>
              <a:srgbClr val="252EA1">
                <a:alpha val="44706"/>
              </a:srgbClr>
            </a:solidFill>
          </p:spPr>
        </p:sp>
      </p:grpSp>
      <p:grpSp>
        <p:nvGrpSpPr>
          <p:cNvPr name="Group 72" id="72"/>
          <p:cNvGrpSpPr/>
          <p:nvPr/>
        </p:nvGrpSpPr>
        <p:grpSpPr>
          <a:xfrm rot="0">
            <a:off x="16485794" y="8757647"/>
            <a:ext cx="1147553" cy="1147553"/>
            <a:chOff x="0" y="0"/>
            <a:chExt cx="1530071" cy="1530071"/>
          </a:xfrm>
        </p:grpSpPr>
        <p:sp>
          <p:nvSpPr>
            <p:cNvPr name="Freeform 73" id="73"/>
            <p:cNvSpPr/>
            <p:nvPr/>
          </p:nvSpPr>
          <p:spPr>
            <a:xfrm flipH="false" flipV="false" rot="0">
              <a:off x="0" y="0"/>
              <a:ext cx="1530096" cy="1530096"/>
            </a:xfrm>
            <a:custGeom>
              <a:avLst/>
              <a:gdLst/>
              <a:ahLst/>
              <a:cxnLst/>
              <a:rect r="r" b="b" t="t" l="l"/>
              <a:pathLst>
                <a:path h="1530096" w="1530096">
                  <a:moveTo>
                    <a:pt x="1530096" y="0"/>
                  </a:moveTo>
                  <a:lnTo>
                    <a:pt x="1530096" y="650240"/>
                  </a:lnTo>
                  <a:lnTo>
                    <a:pt x="650240" y="1530096"/>
                  </a:lnTo>
                  <a:lnTo>
                    <a:pt x="0" y="1530096"/>
                  </a:lnTo>
                  <a:close/>
                </a:path>
              </a:pathLst>
            </a:custGeom>
            <a:solidFill>
              <a:srgbClr val="242796">
                <a:alpha val="29020"/>
              </a:srgbClr>
            </a:solidFill>
          </p:spPr>
        </p:sp>
      </p:grpSp>
      <p:grpSp>
        <p:nvGrpSpPr>
          <p:cNvPr name="Group 74" id="74"/>
          <p:cNvGrpSpPr/>
          <p:nvPr/>
        </p:nvGrpSpPr>
        <p:grpSpPr>
          <a:xfrm rot="0">
            <a:off x="16198910" y="8470763"/>
            <a:ext cx="1434446" cy="1434446"/>
            <a:chOff x="0" y="0"/>
            <a:chExt cx="1912595" cy="1912595"/>
          </a:xfrm>
        </p:grpSpPr>
        <p:sp>
          <p:nvSpPr>
            <p:cNvPr name="Freeform 75" id="75"/>
            <p:cNvSpPr/>
            <p:nvPr/>
          </p:nvSpPr>
          <p:spPr>
            <a:xfrm flipH="false" flipV="false" rot="0">
              <a:off x="0" y="0"/>
              <a:ext cx="1912620" cy="1912620"/>
            </a:xfrm>
            <a:custGeom>
              <a:avLst/>
              <a:gdLst/>
              <a:ahLst/>
              <a:cxnLst/>
              <a:rect r="r" b="b" t="t" l="l"/>
              <a:pathLst>
                <a:path h="1912620" w="1912620">
                  <a:moveTo>
                    <a:pt x="1912620" y="0"/>
                  </a:moveTo>
                  <a:lnTo>
                    <a:pt x="1912620" y="650240"/>
                  </a:lnTo>
                  <a:lnTo>
                    <a:pt x="650240" y="1912620"/>
                  </a:lnTo>
                  <a:lnTo>
                    <a:pt x="0" y="1912620"/>
                  </a:lnTo>
                  <a:close/>
                </a:path>
              </a:pathLst>
            </a:custGeom>
            <a:solidFill>
              <a:srgbClr val="23218A">
                <a:alpha val="15686"/>
              </a:srgbClr>
            </a:solidFill>
          </p:spPr>
        </p:sp>
      </p:grpSp>
      <p:grpSp>
        <p:nvGrpSpPr>
          <p:cNvPr name="Group 76" id="76"/>
          <p:cNvGrpSpPr/>
          <p:nvPr/>
        </p:nvGrpSpPr>
        <p:grpSpPr>
          <a:xfrm rot="0">
            <a:off x="15912017" y="8183870"/>
            <a:ext cx="1721329" cy="1721329"/>
            <a:chOff x="0" y="0"/>
            <a:chExt cx="2295106" cy="2295106"/>
          </a:xfrm>
        </p:grpSpPr>
        <p:sp>
          <p:nvSpPr>
            <p:cNvPr name="Freeform 77" id="77"/>
            <p:cNvSpPr/>
            <p:nvPr/>
          </p:nvSpPr>
          <p:spPr>
            <a:xfrm flipH="false" flipV="false" rot="0">
              <a:off x="0" y="0"/>
              <a:ext cx="2295144" cy="2295144"/>
            </a:xfrm>
            <a:custGeom>
              <a:avLst/>
              <a:gdLst/>
              <a:ahLst/>
              <a:cxnLst/>
              <a:rect r="r" b="b" t="t" l="l"/>
              <a:pathLst>
                <a:path h="2295144" w="2295144">
                  <a:moveTo>
                    <a:pt x="2295144" y="0"/>
                  </a:moveTo>
                  <a:lnTo>
                    <a:pt x="2295144" y="650240"/>
                  </a:lnTo>
                  <a:lnTo>
                    <a:pt x="650240" y="2295144"/>
                  </a:lnTo>
                  <a:lnTo>
                    <a:pt x="0" y="2295144"/>
                  </a:lnTo>
                  <a:close/>
                </a:path>
              </a:pathLst>
            </a:custGeom>
            <a:solidFill>
              <a:srgbClr val="211A7F">
                <a:alpha val="7059"/>
              </a:srgbClr>
            </a:solidFill>
          </p:spPr>
        </p:sp>
      </p:grpSp>
      <p:grpSp>
        <p:nvGrpSpPr>
          <p:cNvPr name="Group 78" id="78"/>
          <p:cNvGrpSpPr/>
          <p:nvPr/>
        </p:nvGrpSpPr>
        <p:grpSpPr>
          <a:xfrm rot="0">
            <a:off x="15912017" y="8183870"/>
            <a:ext cx="1721329" cy="1721329"/>
            <a:chOff x="0" y="0"/>
            <a:chExt cx="2295106" cy="2295106"/>
          </a:xfrm>
        </p:grpSpPr>
        <p:sp>
          <p:nvSpPr>
            <p:cNvPr name="Freeform 79" id="79"/>
            <p:cNvSpPr/>
            <p:nvPr/>
          </p:nvSpPr>
          <p:spPr>
            <a:xfrm flipH="false" flipV="false" rot="0">
              <a:off x="0" y="0"/>
              <a:ext cx="2295144" cy="2295144"/>
            </a:xfrm>
            <a:custGeom>
              <a:avLst/>
              <a:gdLst/>
              <a:ahLst/>
              <a:cxnLst/>
              <a:rect r="r" b="b" t="t" l="l"/>
              <a:pathLst>
                <a:path h="2295144" w="2295144">
                  <a:moveTo>
                    <a:pt x="1912620" y="0"/>
                  </a:moveTo>
                  <a:lnTo>
                    <a:pt x="2295144" y="0"/>
                  </a:lnTo>
                  <a:lnTo>
                    <a:pt x="2295144" y="267716"/>
                  </a:lnTo>
                  <a:lnTo>
                    <a:pt x="267716" y="2295144"/>
                  </a:lnTo>
                  <a:lnTo>
                    <a:pt x="0" y="2295144"/>
                  </a:lnTo>
                  <a:lnTo>
                    <a:pt x="0" y="1912620"/>
                  </a:lnTo>
                  <a:close/>
                </a:path>
              </a:pathLst>
            </a:custGeom>
            <a:solidFill>
              <a:srgbClr val="201474">
                <a:alpha val="1569"/>
              </a:srgbClr>
            </a:solidFill>
          </p:spPr>
        </p:sp>
      </p:grpSp>
      <p:grpSp>
        <p:nvGrpSpPr>
          <p:cNvPr name="Group 80" id="80"/>
          <p:cNvGrpSpPr/>
          <p:nvPr/>
        </p:nvGrpSpPr>
        <p:grpSpPr>
          <a:xfrm rot="0">
            <a:off x="15912017" y="8183870"/>
            <a:ext cx="1635262" cy="1635262"/>
            <a:chOff x="0" y="0"/>
            <a:chExt cx="2180349" cy="2180349"/>
          </a:xfrm>
        </p:grpSpPr>
        <p:sp>
          <p:nvSpPr>
            <p:cNvPr name="Freeform 81" id="81"/>
            <p:cNvSpPr/>
            <p:nvPr/>
          </p:nvSpPr>
          <p:spPr>
            <a:xfrm flipH="false" flipV="false" rot="0">
              <a:off x="0" y="0"/>
              <a:ext cx="2180336" cy="2180336"/>
            </a:xfrm>
            <a:custGeom>
              <a:avLst/>
              <a:gdLst/>
              <a:ahLst/>
              <a:cxnLst/>
              <a:rect r="r" b="b" t="t" l="l"/>
              <a:pathLst>
                <a:path h="2180336" w="2180336">
                  <a:moveTo>
                    <a:pt x="1530096" y="0"/>
                  </a:moveTo>
                  <a:lnTo>
                    <a:pt x="2180336" y="0"/>
                  </a:lnTo>
                  <a:lnTo>
                    <a:pt x="0" y="2180336"/>
                  </a:lnTo>
                  <a:lnTo>
                    <a:pt x="0" y="1530096"/>
                  </a:lnTo>
                  <a:close/>
                </a:path>
              </a:pathLst>
            </a:custGeom>
            <a:solidFill>
              <a:srgbClr val="1F0D69">
                <a:alpha val="0"/>
              </a:srgbClr>
            </a:solidFill>
          </p:spPr>
        </p:sp>
      </p:grpSp>
      <p:grpSp>
        <p:nvGrpSpPr>
          <p:cNvPr name="Group 82" id="82"/>
          <p:cNvGrpSpPr/>
          <p:nvPr/>
        </p:nvGrpSpPr>
        <p:grpSpPr>
          <a:xfrm rot="0">
            <a:off x="547897" y="373570"/>
            <a:ext cx="418252" cy="494300"/>
            <a:chOff x="0" y="0"/>
            <a:chExt cx="557670" cy="659066"/>
          </a:xfrm>
        </p:grpSpPr>
        <p:sp>
          <p:nvSpPr>
            <p:cNvPr name="Freeform 83" id="83"/>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84" id="84"/>
          <p:cNvGrpSpPr/>
          <p:nvPr/>
        </p:nvGrpSpPr>
        <p:grpSpPr>
          <a:xfrm rot="0">
            <a:off x="547897" y="373570"/>
            <a:ext cx="418252" cy="494300"/>
            <a:chOff x="0" y="0"/>
            <a:chExt cx="557670" cy="659066"/>
          </a:xfrm>
        </p:grpSpPr>
        <p:sp>
          <p:nvSpPr>
            <p:cNvPr name="Freeform 85" id="85"/>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86" id="86"/>
          <p:cNvGrpSpPr/>
          <p:nvPr/>
        </p:nvGrpSpPr>
        <p:grpSpPr>
          <a:xfrm rot="0">
            <a:off x="547897" y="373570"/>
            <a:ext cx="418252" cy="494300"/>
            <a:chOff x="0" y="0"/>
            <a:chExt cx="557670" cy="659066"/>
          </a:xfrm>
        </p:grpSpPr>
        <p:sp>
          <p:nvSpPr>
            <p:cNvPr name="Freeform 87" id="87"/>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88" id="88"/>
          <p:cNvGrpSpPr/>
          <p:nvPr/>
        </p:nvGrpSpPr>
        <p:grpSpPr>
          <a:xfrm rot="0">
            <a:off x="547897" y="373570"/>
            <a:ext cx="418252" cy="494300"/>
            <a:chOff x="0" y="0"/>
            <a:chExt cx="557670" cy="659066"/>
          </a:xfrm>
        </p:grpSpPr>
        <p:sp>
          <p:nvSpPr>
            <p:cNvPr name="Freeform 89" id="89"/>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90" id="90"/>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91" id="91"/>
          <p:cNvSpPr txBox="true"/>
          <p:nvPr/>
        </p:nvSpPr>
        <p:spPr>
          <a:xfrm rot="0">
            <a:off x="4319273" y="1244394"/>
            <a:ext cx="9659179" cy="1099709"/>
          </a:xfrm>
          <a:prstGeom prst="rect">
            <a:avLst/>
          </a:prstGeom>
        </p:spPr>
        <p:txBody>
          <a:bodyPr anchor="t" rtlCol="false" tIns="0" lIns="0" bIns="0" rIns="0">
            <a:spAutoFit/>
          </a:bodyPr>
          <a:lstStyle/>
          <a:p>
            <a:pPr algn="ctr">
              <a:lnSpc>
                <a:spcPts val="7926"/>
              </a:lnSpc>
            </a:pPr>
            <a:r>
              <a:rPr lang="en-US" sz="6605">
                <a:solidFill>
                  <a:srgbClr val="C4ECFF"/>
                </a:solidFill>
                <a:latin typeface="Arimo"/>
                <a:ea typeface="Arimo"/>
                <a:cs typeface="Arimo"/>
                <a:sym typeface="Arimo"/>
              </a:rPr>
              <a:t>Flujo del protocolo</a:t>
            </a:r>
          </a:p>
        </p:txBody>
      </p:sp>
      <p:grpSp>
        <p:nvGrpSpPr>
          <p:cNvPr name="Group 92" id="92"/>
          <p:cNvGrpSpPr/>
          <p:nvPr/>
        </p:nvGrpSpPr>
        <p:grpSpPr>
          <a:xfrm rot="0">
            <a:off x="1861347" y="4826318"/>
            <a:ext cx="2093328" cy="2090576"/>
            <a:chOff x="0" y="0"/>
            <a:chExt cx="2791104" cy="2787434"/>
          </a:xfrm>
        </p:grpSpPr>
        <p:sp>
          <p:nvSpPr>
            <p:cNvPr name="Freeform 93" id="93"/>
            <p:cNvSpPr/>
            <p:nvPr/>
          </p:nvSpPr>
          <p:spPr>
            <a:xfrm flipH="false" flipV="false" rot="0">
              <a:off x="0" y="0"/>
              <a:ext cx="2791079" cy="2787396"/>
            </a:xfrm>
            <a:custGeom>
              <a:avLst/>
              <a:gdLst/>
              <a:ahLst/>
              <a:cxnLst/>
              <a:rect r="r" b="b" t="t" l="l"/>
              <a:pathLst>
                <a:path h="2787396" w="2791079">
                  <a:moveTo>
                    <a:pt x="0" y="1393698"/>
                  </a:moveTo>
                  <a:cubicBezTo>
                    <a:pt x="0" y="623951"/>
                    <a:pt x="624840" y="0"/>
                    <a:pt x="1395603" y="0"/>
                  </a:cubicBezTo>
                  <a:cubicBezTo>
                    <a:pt x="2166366" y="0"/>
                    <a:pt x="2791079" y="623951"/>
                    <a:pt x="2791079" y="1393698"/>
                  </a:cubicBezTo>
                  <a:cubicBezTo>
                    <a:pt x="2791079" y="2163445"/>
                    <a:pt x="2166239" y="2787396"/>
                    <a:pt x="1395476" y="2787396"/>
                  </a:cubicBezTo>
                  <a:cubicBezTo>
                    <a:pt x="624713" y="2787396"/>
                    <a:pt x="0" y="2163445"/>
                    <a:pt x="0" y="1393698"/>
                  </a:cubicBezTo>
                  <a:close/>
                </a:path>
              </a:pathLst>
            </a:custGeom>
            <a:solidFill>
              <a:srgbClr val="283EBD"/>
            </a:solidFill>
          </p:spPr>
        </p:sp>
      </p:grpSp>
      <p:grpSp>
        <p:nvGrpSpPr>
          <p:cNvPr name="Group 94" id="94"/>
          <p:cNvGrpSpPr/>
          <p:nvPr/>
        </p:nvGrpSpPr>
        <p:grpSpPr>
          <a:xfrm rot="0">
            <a:off x="4360983" y="4826318"/>
            <a:ext cx="2093328" cy="2090576"/>
            <a:chOff x="0" y="0"/>
            <a:chExt cx="2791104" cy="2787434"/>
          </a:xfrm>
        </p:grpSpPr>
        <p:sp>
          <p:nvSpPr>
            <p:cNvPr name="Freeform 95" id="95"/>
            <p:cNvSpPr/>
            <p:nvPr/>
          </p:nvSpPr>
          <p:spPr>
            <a:xfrm flipH="false" flipV="false" rot="0">
              <a:off x="0" y="0"/>
              <a:ext cx="2791079" cy="2787396"/>
            </a:xfrm>
            <a:custGeom>
              <a:avLst/>
              <a:gdLst/>
              <a:ahLst/>
              <a:cxnLst/>
              <a:rect r="r" b="b" t="t" l="l"/>
              <a:pathLst>
                <a:path h="2787396" w="2791079">
                  <a:moveTo>
                    <a:pt x="0" y="1393698"/>
                  </a:moveTo>
                  <a:cubicBezTo>
                    <a:pt x="0" y="623951"/>
                    <a:pt x="624840" y="0"/>
                    <a:pt x="1395603" y="0"/>
                  </a:cubicBezTo>
                  <a:cubicBezTo>
                    <a:pt x="2166366" y="0"/>
                    <a:pt x="2791079" y="623951"/>
                    <a:pt x="2791079" y="1393698"/>
                  </a:cubicBezTo>
                  <a:cubicBezTo>
                    <a:pt x="2791079" y="2163445"/>
                    <a:pt x="2166239" y="2787396"/>
                    <a:pt x="1395476" y="2787396"/>
                  </a:cubicBezTo>
                  <a:cubicBezTo>
                    <a:pt x="624713" y="2787396"/>
                    <a:pt x="0" y="2163445"/>
                    <a:pt x="0" y="1393698"/>
                  </a:cubicBezTo>
                  <a:close/>
                </a:path>
              </a:pathLst>
            </a:custGeom>
            <a:solidFill>
              <a:srgbClr val="283EBD"/>
            </a:solidFill>
          </p:spPr>
        </p:sp>
      </p:grpSp>
      <p:grpSp>
        <p:nvGrpSpPr>
          <p:cNvPr name="Group 96" id="96"/>
          <p:cNvGrpSpPr/>
          <p:nvPr/>
        </p:nvGrpSpPr>
        <p:grpSpPr>
          <a:xfrm rot="0">
            <a:off x="6863363" y="4826318"/>
            <a:ext cx="2093328" cy="2090576"/>
            <a:chOff x="0" y="0"/>
            <a:chExt cx="2791104" cy="2787434"/>
          </a:xfrm>
        </p:grpSpPr>
        <p:sp>
          <p:nvSpPr>
            <p:cNvPr name="Freeform 97" id="97"/>
            <p:cNvSpPr/>
            <p:nvPr/>
          </p:nvSpPr>
          <p:spPr>
            <a:xfrm flipH="false" flipV="false" rot="0">
              <a:off x="0" y="0"/>
              <a:ext cx="2791079" cy="2787396"/>
            </a:xfrm>
            <a:custGeom>
              <a:avLst/>
              <a:gdLst/>
              <a:ahLst/>
              <a:cxnLst/>
              <a:rect r="r" b="b" t="t" l="l"/>
              <a:pathLst>
                <a:path h="2787396" w="2791079">
                  <a:moveTo>
                    <a:pt x="0" y="1393698"/>
                  </a:moveTo>
                  <a:cubicBezTo>
                    <a:pt x="0" y="623951"/>
                    <a:pt x="624840" y="0"/>
                    <a:pt x="1395603" y="0"/>
                  </a:cubicBezTo>
                  <a:cubicBezTo>
                    <a:pt x="2166366" y="0"/>
                    <a:pt x="2791079" y="623951"/>
                    <a:pt x="2791079" y="1393698"/>
                  </a:cubicBezTo>
                  <a:cubicBezTo>
                    <a:pt x="2791079" y="2163445"/>
                    <a:pt x="2166239" y="2787396"/>
                    <a:pt x="1395476" y="2787396"/>
                  </a:cubicBezTo>
                  <a:cubicBezTo>
                    <a:pt x="624713" y="2787396"/>
                    <a:pt x="0" y="2163445"/>
                    <a:pt x="0" y="1393698"/>
                  </a:cubicBezTo>
                  <a:close/>
                </a:path>
              </a:pathLst>
            </a:custGeom>
            <a:solidFill>
              <a:srgbClr val="283EBD"/>
            </a:solidFill>
          </p:spPr>
        </p:sp>
      </p:grpSp>
      <p:grpSp>
        <p:nvGrpSpPr>
          <p:cNvPr name="Group 98" id="98"/>
          <p:cNvGrpSpPr/>
          <p:nvPr/>
        </p:nvGrpSpPr>
        <p:grpSpPr>
          <a:xfrm rot="0">
            <a:off x="9358884" y="4826318"/>
            <a:ext cx="2093328" cy="2090576"/>
            <a:chOff x="0" y="0"/>
            <a:chExt cx="2791104" cy="2787434"/>
          </a:xfrm>
        </p:grpSpPr>
        <p:sp>
          <p:nvSpPr>
            <p:cNvPr name="Freeform 99" id="99"/>
            <p:cNvSpPr/>
            <p:nvPr/>
          </p:nvSpPr>
          <p:spPr>
            <a:xfrm flipH="false" flipV="false" rot="0">
              <a:off x="0" y="0"/>
              <a:ext cx="2791079" cy="2787396"/>
            </a:xfrm>
            <a:custGeom>
              <a:avLst/>
              <a:gdLst/>
              <a:ahLst/>
              <a:cxnLst/>
              <a:rect r="r" b="b" t="t" l="l"/>
              <a:pathLst>
                <a:path h="2787396" w="2791079">
                  <a:moveTo>
                    <a:pt x="0" y="1393698"/>
                  </a:moveTo>
                  <a:cubicBezTo>
                    <a:pt x="0" y="623951"/>
                    <a:pt x="624840" y="0"/>
                    <a:pt x="1395603" y="0"/>
                  </a:cubicBezTo>
                  <a:cubicBezTo>
                    <a:pt x="2166366" y="0"/>
                    <a:pt x="2791079" y="623951"/>
                    <a:pt x="2791079" y="1393698"/>
                  </a:cubicBezTo>
                  <a:cubicBezTo>
                    <a:pt x="2791079" y="2163445"/>
                    <a:pt x="2166239" y="2787396"/>
                    <a:pt x="1395476" y="2787396"/>
                  </a:cubicBezTo>
                  <a:cubicBezTo>
                    <a:pt x="624713" y="2787396"/>
                    <a:pt x="0" y="2163445"/>
                    <a:pt x="0" y="1393698"/>
                  </a:cubicBezTo>
                  <a:close/>
                </a:path>
              </a:pathLst>
            </a:custGeom>
            <a:solidFill>
              <a:srgbClr val="283EBD"/>
            </a:solidFill>
          </p:spPr>
        </p:sp>
      </p:grpSp>
      <p:grpSp>
        <p:nvGrpSpPr>
          <p:cNvPr name="Group 100" id="100"/>
          <p:cNvGrpSpPr/>
          <p:nvPr/>
        </p:nvGrpSpPr>
        <p:grpSpPr>
          <a:xfrm rot="0">
            <a:off x="11777529" y="4826318"/>
            <a:ext cx="2093328" cy="2090576"/>
            <a:chOff x="0" y="0"/>
            <a:chExt cx="2791104" cy="2787434"/>
          </a:xfrm>
        </p:grpSpPr>
        <p:sp>
          <p:nvSpPr>
            <p:cNvPr name="Freeform 101" id="101"/>
            <p:cNvSpPr/>
            <p:nvPr/>
          </p:nvSpPr>
          <p:spPr>
            <a:xfrm flipH="false" flipV="false" rot="0">
              <a:off x="0" y="0"/>
              <a:ext cx="2791079" cy="2787396"/>
            </a:xfrm>
            <a:custGeom>
              <a:avLst/>
              <a:gdLst/>
              <a:ahLst/>
              <a:cxnLst/>
              <a:rect r="r" b="b" t="t" l="l"/>
              <a:pathLst>
                <a:path h="2787396" w="2791079">
                  <a:moveTo>
                    <a:pt x="0" y="1393698"/>
                  </a:moveTo>
                  <a:cubicBezTo>
                    <a:pt x="0" y="623951"/>
                    <a:pt x="624840" y="0"/>
                    <a:pt x="1395603" y="0"/>
                  </a:cubicBezTo>
                  <a:cubicBezTo>
                    <a:pt x="2166366" y="0"/>
                    <a:pt x="2791079" y="623951"/>
                    <a:pt x="2791079" y="1393698"/>
                  </a:cubicBezTo>
                  <a:cubicBezTo>
                    <a:pt x="2791079" y="2163445"/>
                    <a:pt x="2166239" y="2787396"/>
                    <a:pt x="1395476" y="2787396"/>
                  </a:cubicBezTo>
                  <a:cubicBezTo>
                    <a:pt x="624713" y="2787396"/>
                    <a:pt x="0" y="2163445"/>
                    <a:pt x="0" y="1393698"/>
                  </a:cubicBezTo>
                  <a:close/>
                </a:path>
              </a:pathLst>
            </a:custGeom>
            <a:solidFill>
              <a:srgbClr val="283EBD"/>
            </a:solidFill>
          </p:spPr>
        </p:sp>
      </p:grpSp>
      <p:grpSp>
        <p:nvGrpSpPr>
          <p:cNvPr name="Group 102" id="102"/>
          <p:cNvGrpSpPr/>
          <p:nvPr/>
        </p:nvGrpSpPr>
        <p:grpSpPr>
          <a:xfrm rot="0">
            <a:off x="14215396" y="4826318"/>
            <a:ext cx="2093328" cy="2090576"/>
            <a:chOff x="0" y="0"/>
            <a:chExt cx="2791104" cy="2787434"/>
          </a:xfrm>
        </p:grpSpPr>
        <p:sp>
          <p:nvSpPr>
            <p:cNvPr name="Freeform 103" id="103"/>
            <p:cNvSpPr/>
            <p:nvPr/>
          </p:nvSpPr>
          <p:spPr>
            <a:xfrm flipH="false" flipV="false" rot="0">
              <a:off x="0" y="0"/>
              <a:ext cx="2791079" cy="2787396"/>
            </a:xfrm>
            <a:custGeom>
              <a:avLst/>
              <a:gdLst/>
              <a:ahLst/>
              <a:cxnLst/>
              <a:rect r="r" b="b" t="t" l="l"/>
              <a:pathLst>
                <a:path h="2787396" w="2791079">
                  <a:moveTo>
                    <a:pt x="0" y="1393698"/>
                  </a:moveTo>
                  <a:cubicBezTo>
                    <a:pt x="0" y="623951"/>
                    <a:pt x="624840" y="0"/>
                    <a:pt x="1395603" y="0"/>
                  </a:cubicBezTo>
                  <a:cubicBezTo>
                    <a:pt x="2166366" y="0"/>
                    <a:pt x="2791079" y="623951"/>
                    <a:pt x="2791079" y="1393698"/>
                  </a:cubicBezTo>
                  <a:cubicBezTo>
                    <a:pt x="2791079" y="2163445"/>
                    <a:pt x="2166239" y="2787396"/>
                    <a:pt x="1395476" y="2787396"/>
                  </a:cubicBezTo>
                  <a:cubicBezTo>
                    <a:pt x="624713" y="2787396"/>
                    <a:pt x="0" y="2163445"/>
                    <a:pt x="0" y="1393698"/>
                  </a:cubicBezTo>
                  <a:close/>
                </a:path>
              </a:pathLst>
            </a:custGeom>
            <a:solidFill>
              <a:srgbClr val="283EBD"/>
            </a:solidFill>
          </p:spPr>
        </p:sp>
      </p:grpSp>
      <p:grpSp>
        <p:nvGrpSpPr>
          <p:cNvPr name="Group 104" id="104"/>
          <p:cNvGrpSpPr/>
          <p:nvPr/>
        </p:nvGrpSpPr>
        <p:grpSpPr>
          <a:xfrm rot="0">
            <a:off x="2061753" y="5021237"/>
            <a:ext cx="1692507" cy="1689764"/>
            <a:chOff x="0" y="0"/>
            <a:chExt cx="2256676" cy="2253018"/>
          </a:xfrm>
        </p:grpSpPr>
        <p:sp>
          <p:nvSpPr>
            <p:cNvPr name="Freeform 105" id="105"/>
            <p:cNvSpPr/>
            <p:nvPr/>
          </p:nvSpPr>
          <p:spPr>
            <a:xfrm flipH="false" flipV="false" rot="0">
              <a:off x="0" y="0"/>
              <a:ext cx="2256790" cy="2252980"/>
            </a:xfrm>
            <a:custGeom>
              <a:avLst/>
              <a:gdLst/>
              <a:ahLst/>
              <a:cxnLst/>
              <a:rect r="r" b="b" t="t" l="l"/>
              <a:pathLst>
                <a:path h="2252980" w="2256790">
                  <a:moveTo>
                    <a:pt x="0" y="1126490"/>
                  </a:moveTo>
                  <a:cubicBezTo>
                    <a:pt x="0" y="504317"/>
                    <a:pt x="505206" y="0"/>
                    <a:pt x="1128395" y="0"/>
                  </a:cubicBezTo>
                  <a:cubicBezTo>
                    <a:pt x="1751584" y="0"/>
                    <a:pt x="2256790" y="504317"/>
                    <a:pt x="2256790" y="1126490"/>
                  </a:cubicBezTo>
                  <a:cubicBezTo>
                    <a:pt x="2256790" y="1748663"/>
                    <a:pt x="1751584" y="2252980"/>
                    <a:pt x="1128395" y="2252980"/>
                  </a:cubicBezTo>
                  <a:cubicBezTo>
                    <a:pt x="505206" y="2252980"/>
                    <a:pt x="0" y="1748663"/>
                    <a:pt x="0" y="1126490"/>
                  </a:cubicBezTo>
                  <a:close/>
                </a:path>
              </a:pathLst>
            </a:custGeom>
            <a:solidFill>
              <a:srgbClr val="C4ECFF"/>
            </a:solidFill>
          </p:spPr>
        </p:sp>
      </p:grpSp>
      <p:grpSp>
        <p:nvGrpSpPr>
          <p:cNvPr name="Group 106" id="106"/>
          <p:cNvGrpSpPr/>
          <p:nvPr/>
        </p:nvGrpSpPr>
        <p:grpSpPr>
          <a:xfrm rot="0">
            <a:off x="2199094" y="5157206"/>
            <a:ext cx="1410957" cy="1408214"/>
            <a:chOff x="0" y="0"/>
            <a:chExt cx="1881276" cy="1877619"/>
          </a:xfrm>
        </p:grpSpPr>
        <p:sp>
          <p:nvSpPr>
            <p:cNvPr name="Freeform 107" id="107"/>
            <p:cNvSpPr/>
            <p:nvPr/>
          </p:nvSpPr>
          <p:spPr>
            <a:xfrm flipH="false" flipV="false" rot="0">
              <a:off x="0" y="0"/>
              <a:ext cx="1881378" cy="1877568"/>
            </a:xfrm>
            <a:custGeom>
              <a:avLst/>
              <a:gdLst/>
              <a:ahLst/>
              <a:cxnLst/>
              <a:rect r="r" b="b" t="t" l="l"/>
              <a:pathLst>
                <a:path h="1877568" w="1881378">
                  <a:moveTo>
                    <a:pt x="0" y="938784"/>
                  </a:moveTo>
                  <a:cubicBezTo>
                    <a:pt x="0" y="420370"/>
                    <a:pt x="421132" y="0"/>
                    <a:pt x="940689" y="0"/>
                  </a:cubicBezTo>
                  <a:cubicBezTo>
                    <a:pt x="1460246" y="0"/>
                    <a:pt x="1881378" y="420370"/>
                    <a:pt x="1881378" y="938784"/>
                  </a:cubicBezTo>
                  <a:cubicBezTo>
                    <a:pt x="1881378" y="1457198"/>
                    <a:pt x="1460246" y="1877568"/>
                    <a:pt x="940689" y="1877568"/>
                  </a:cubicBezTo>
                  <a:cubicBezTo>
                    <a:pt x="421132" y="1877568"/>
                    <a:pt x="0" y="1457325"/>
                    <a:pt x="0" y="938784"/>
                  </a:cubicBezTo>
                  <a:close/>
                </a:path>
              </a:pathLst>
            </a:custGeom>
            <a:solidFill>
              <a:srgbClr val="C4ECFF"/>
            </a:solidFill>
            <a:ln w="19065" cap="sq">
              <a:solidFill>
                <a:srgbClr val="111A7E"/>
              </a:solidFill>
              <a:prstDash val="dash"/>
              <a:miter/>
            </a:ln>
          </p:spPr>
        </p:sp>
      </p:grpSp>
      <p:grpSp>
        <p:nvGrpSpPr>
          <p:cNvPr name="Group 108" id="108"/>
          <p:cNvGrpSpPr/>
          <p:nvPr/>
        </p:nvGrpSpPr>
        <p:grpSpPr>
          <a:xfrm rot="0">
            <a:off x="2208628" y="5166741"/>
            <a:ext cx="1391888" cy="1389145"/>
            <a:chOff x="0" y="0"/>
            <a:chExt cx="1855851" cy="1852193"/>
          </a:xfrm>
        </p:grpSpPr>
        <p:sp>
          <p:nvSpPr>
            <p:cNvPr name="Freeform 109" id="109"/>
            <p:cNvSpPr/>
            <p:nvPr/>
          </p:nvSpPr>
          <p:spPr>
            <a:xfrm flipH="false" flipV="false" rot="0">
              <a:off x="0" y="0"/>
              <a:ext cx="1855854" cy="1852193"/>
            </a:xfrm>
            <a:custGeom>
              <a:avLst/>
              <a:gdLst/>
              <a:ahLst/>
              <a:cxnLst/>
              <a:rect r="r" b="b" t="t" l="l"/>
              <a:pathLst>
                <a:path h="1852193" w="1855854">
                  <a:moveTo>
                    <a:pt x="0" y="0"/>
                  </a:moveTo>
                  <a:lnTo>
                    <a:pt x="1855854" y="0"/>
                  </a:lnTo>
                  <a:lnTo>
                    <a:pt x="1855854" y="1852193"/>
                  </a:lnTo>
                  <a:lnTo>
                    <a:pt x="0" y="1852193"/>
                  </a:lnTo>
                  <a:close/>
                </a:path>
              </a:pathLst>
            </a:custGeom>
            <a:blipFill>
              <a:blip r:embed="rId3">
                <a:alphaModFix amt="0"/>
              </a:blip>
              <a:stretch>
                <a:fillRect l="-78050" t="0" r="-78050" b="0"/>
              </a:stretch>
            </a:blipFill>
          </p:spPr>
        </p:sp>
        <p:sp>
          <p:nvSpPr>
            <p:cNvPr name="TextBox 110" id="110"/>
            <p:cNvSpPr txBox="true"/>
            <p:nvPr/>
          </p:nvSpPr>
          <p:spPr>
            <a:xfrm>
              <a:off x="0" y="-9525"/>
              <a:ext cx="1855851" cy="1861718"/>
            </a:xfrm>
            <a:prstGeom prst="rect">
              <a:avLst/>
            </a:prstGeom>
          </p:spPr>
          <p:txBody>
            <a:bodyPr anchor="ctr" rtlCol="false" tIns="0" lIns="0" bIns="0" rIns="0"/>
            <a:lstStyle/>
            <a:p>
              <a:pPr algn="ctr">
                <a:lnSpc>
                  <a:spcPts val="2521"/>
                </a:lnSpc>
              </a:pPr>
              <a:r>
                <a:rPr lang="en-US" sz="2101" b="true">
                  <a:solidFill>
                    <a:srgbClr val="121228"/>
                  </a:solidFill>
                  <a:latin typeface="Arimo Bold"/>
                  <a:ea typeface="Arimo Bold"/>
                  <a:cs typeface="Arimo Bold"/>
                  <a:sym typeface="Arimo Bold"/>
                </a:rPr>
                <a:t>commit</a:t>
              </a:r>
            </a:p>
          </p:txBody>
        </p:sp>
      </p:grpSp>
      <p:grpSp>
        <p:nvGrpSpPr>
          <p:cNvPr name="Group 111" id="111"/>
          <p:cNvGrpSpPr/>
          <p:nvPr/>
        </p:nvGrpSpPr>
        <p:grpSpPr>
          <a:xfrm rot="0">
            <a:off x="4561389" y="5021237"/>
            <a:ext cx="1692507" cy="1689764"/>
            <a:chOff x="0" y="0"/>
            <a:chExt cx="2256676" cy="2253018"/>
          </a:xfrm>
        </p:grpSpPr>
        <p:sp>
          <p:nvSpPr>
            <p:cNvPr name="Freeform 112" id="112"/>
            <p:cNvSpPr/>
            <p:nvPr/>
          </p:nvSpPr>
          <p:spPr>
            <a:xfrm flipH="false" flipV="false" rot="0">
              <a:off x="0" y="0"/>
              <a:ext cx="2256790" cy="2252980"/>
            </a:xfrm>
            <a:custGeom>
              <a:avLst/>
              <a:gdLst/>
              <a:ahLst/>
              <a:cxnLst/>
              <a:rect r="r" b="b" t="t" l="l"/>
              <a:pathLst>
                <a:path h="2252980" w="2256790">
                  <a:moveTo>
                    <a:pt x="0" y="1126490"/>
                  </a:moveTo>
                  <a:cubicBezTo>
                    <a:pt x="0" y="504317"/>
                    <a:pt x="505206" y="0"/>
                    <a:pt x="1128395" y="0"/>
                  </a:cubicBezTo>
                  <a:cubicBezTo>
                    <a:pt x="1751584" y="0"/>
                    <a:pt x="2256790" y="504317"/>
                    <a:pt x="2256790" y="1126490"/>
                  </a:cubicBezTo>
                  <a:cubicBezTo>
                    <a:pt x="2256790" y="1748663"/>
                    <a:pt x="1751584" y="2252980"/>
                    <a:pt x="1128395" y="2252980"/>
                  </a:cubicBezTo>
                  <a:cubicBezTo>
                    <a:pt x="505206" y="2252980"/>
                    <a:pt x="0" y="1748663"/>
                    <a:pt x="0" y="1126490"/>
                  </a:cubicBezTo>
                  <a:close/>
                </a:path>
              </a:pathLst>
            </a:custGeom>
            <a:solidFill>
              <a:srgbClr val="C4ECFF"/>
            </a:solidFill>
          </p:spPr>
        </p:sp>
      </p:grpSp>
      <p:grpSp>
        <p:nvGrpSpPr>
          <p:cNvPr name="Group 113" id="113"/>
          <p:cNvGrpSpPr/>
          <p:nvPr/>
        </p:nvGrpSpPr>
        <p:grpSpPr>
          <a:xfrm rot="0">
            <a:off x="4698730" y="5157206"/>
            <a:ext cx="1410957" cy="1408214"/>
            <a:chOff x="0" y="0"/>
            <a:chExt cx="1881276" cy="1877619"/>
          </a:xfrm>
        </p:grpSpPr>
        <p:sp>
          <p:nvSpPr>
            <p:cNvPr name="Freeform 114" id="114"/>
            <p:cNvSpPr/>
            <p:nvPr/>
          </p:nvSpPr>
          <p:spPr>
            <a:xfrm flipH="false" flipV="false" rot="0">
              <a:off x="0" y="0"/>
              <a:ext cx="1881378" cy="1877568"/>
            </a:xfrm>
            <a:custGeom>
              <a:avLst/>
              <a:gdLst/>
              <a:ahLst/>
              <a:cxnLst/>
              <a:rect r="r" b="b" t="t" l="l"/>
              <a:pathLst>
                <a:path h="1877568" w="1881378">
                  <a:moveTo>
                    <a:pt x="0" y="938784"/>
                  </a:moveTo>
                  <a:cubicBezTo>
                    <a:pt x="0" y="420370"/>
                    <a:pt x="421132" y="0"/>
                    <a:pt x="940689" y="0"/>
                  </a:cubicBezTo>
                  <a:cubicBezTo>
                    <a:pt x="1460246" y="0"/>
                    <a:pt x="1881378" y="420370"/>
                    <a:pt x="1881378" y="938784"/>
                  </a:cubicBezTo>
                  <a:cubicBezTo>
                    <a:pt x="1881378" y="1457198"/>
                    <a:pt x="1460246" y="1877568"/>
                    <a:pt x="940689" y="1877568"/>
                  </a:cubicBezTo>
                  <a:cubicBezTo>
                    <a:pt x="421132" y="1877568"/>
                    <a:pt x="0" y="1457325"/>
                    <a:pt x="0" y="938784"/>
                  </a:cubicBezTo>
                  <a:close/>
                </a:path>
              </a:pathLst>
            </a:custGeom>
            <a:solidFill>
              <a:srgbClr val="C4ECFF"/>
            </a:solidFill>
            <a:ln w="19065" cap="sq">
              <a:solidFill>
                <a:srgbClr val="111A7E"/>
              </a:solidFill>
              <a:prstDash val="dash"/>
              <a:miter/>
            </a:ln>
          </p:spPr>
        </p:sp>
      </p:grpSp>
      <p:grpSp>
        <p:nvGrpSpPr>
          <p:cNvPr name="Group 115" id="115"/>
          <p:cNvGrpSpPr/>
          <p:nvPr/>
        </p:nvGrpSpPr>
        <p:grpSpPr>
          <a:xfrm rot="0">
            <a:off x="4708265" y="5166741"/>
            <a:ext cx="1391888" cy="1389145"/>
            <a:chOff x="0" y="0"/>
            <a:chExt cx="1855851" cy="1852193"/>
          </a:xfrm>
        </p:grpSpPr>
        <p:sp>
          <p:nvSpPr>
            <p:cNvPr name="Freeform 116" id="116"/>
            <p:cNvSpPr/>
            <p:nvPr/>
          </p:nvSpPr>
          <p:spPr>
            <a:xfrm flipH="false" flipV="false" rot="0">
              <a:off x="0" y="0"/>
              <a:ext cx="1855854" cy="1852193"/>
            </a:xfrm>
            <a:custGeom>
              <a:avLst/>
              <a:gdLst/>
              <a:ahLst/>
              <a:cxnLst/>
              <a:rect r="r" b="b" t="t" l="l"/>
              <a:pathLst>
                <a:path h="1852193" w="1855854">
                  <a:moveTo>
                    <a:pt x="0" y="0"/>
                  </a:moveTo>
                  <a:lnTo>
                    <a:pt x="1855854" y="0"/>
                  </a:lnTo>
                  <a:lnTo>
                    <a:pt x="1855854" y="1852193"/>
                  </a:lnTo>
                  <a:lnTo>
                    <a:pt x="0" y="1852193"/>
                  </a:lnTo>
                  <a:close/>
                </a:path>
              </a:pathLst>
            </a:custGeom>
            <a:blipFill>
              <a:blip r:embed="rId3">
                <a:alphaModFix amt="0"/>
              </a:blip>
              <a:stretch>
                <a:fillRect l="-78050" t="0" r="-78050" b="0"/>
              </a:stretch>
            </a:blipFill>
          </p:spPr>
        </p:sp>
        <p:sp>
          <p:nvSpPr>
            <p:cNvPr name="TextBox 117" id="117"/>
            <p:cNvSpPr txBox="true"/>
            <p:nvPr/>
          </p:nvSpPr>
          <p:spPr>
            <a:xfrm>
              <a:off x="0" y="-9525"/>
              <a:ext cx="1855851" cy="1861718"/>
            </a:xfrm>
            <a:prstGeom prst="rect">
              <a:avLst/>
            </a:prstGeom>
          </p:spPr>
          <p:txBody>
            <a:bodyPr anchor="ctr" rtlCol="false" tIns="0" lIns="0" bIns="0" rIns="0"/>
            <a:lstStyle/>
            <a:p>
              <a:pPr algn="ctr">
                <a:lnSpc>
                  <a:spcPts val="2521"/>
                </a:lnSpc>
              </a:pPr>
              <a:r>
                <a:rPr lang="en-US" sz="2101" b="true">
                  <a:solidFill>
                    <a:srgbClr val="121228"/>
                  </a:solidFill>
                  <a:latin typeface="Arimo Bold"/>
                  <a:ea typeface="Arimo Bold"/>
                  <a:cs typeface="Arimo Bold"/>
                  <a:sym typeface="Arimo Bold"/>
                </a:rPr>
                <a:t>teamId</a:t>
              </a:r>
            </a:p>
          </p:txBody>
        </p:sp>
      </p:grpSp>
      <p:grpSp>
        <p:nvGrpSpPr>
          <p:cNvPr name="Group 118" id="118"/>
          <p:cNvGrpSpPr/>
          <p:nvPr/>
        </p:nvGrpSpPr>
        <p:grpSpPr>
          <a:xfrm rot="0">
            <a:off x="7063769" y="5021237"/>
            <a:ext cx="1692507" cy="1689764"/>
            <a:chOff x="0" y="0"/>
            <a:chExt cx="2256676" cy="2253018"/>
          </a:xfrm>
        </p:grpSpPr>
        <p:sp>
          <p:nvSpPr>
            <p:cNvPr name="Freeform 119" id="119"/>
            <p:cNvSpPr/>
            <p:nvPr/>
          </p:nvSpPr>
          <p:spPr>
            <a:xfrm flipH="false" flipV="false" rot="0">
              <a:off x="0" y="0"/>
              <a:ext cx="2256790" cy="2252980"/>
            </a:xfrm>
            <a:custGeom>
              <a:avLst/>
              <a:gdLst/>
              <a:ahLst/>
              <a:cxnLst/>
              <a:rect r="r" b="b" t="t" l="l"/>
              <a:pathLst>
                <a:path h="2252980" w="2256790">
                  <a:moveTo>
                    <a:pt x="0" y="1126490"/>
                  </a:moveTo>
                  <a:cubicBezTo>
                    <a:pt x="0" y="504317"/>
                    <a:pt x="505206" y="0"/>
                    <a:pt x="1128395" y="0"/>
                  </a:cubicBezTo>
                  <a:cubicBezTo>
                    <a:pt x="1751584" y="0"/>
                    <a:pt x="2256790" y="504317"/>
                    <a:pt x="2256790" y="1126490"/>
                  </a:cubicBezTo>
                  <a:cubicBezTo>
                    <a:pt x="2256790" y="1748663"/>
                    <a:pt x="1751584" y="2252980"/>
                    <a:pt x="1128395" y="2252980"/>
                  </a:cubicBezTo>
                  <a:cubicBezTo>
                    <a:pt x="505206" y="2252980"/>
                    <a:pt x="0" y="1748663"/>
                    <a:pt x="0" y="1126490"/>
                  </a:cubicBezTo>
                  <a:close/>
                </a:path>
              </a:pathLst>
            </a:custGeom>
            <a:solidFill>
              <a:srgbClr val="C4ECFF"/>
            </a:solidFill>
          </p:spPr>
        </p:sp>
      </p:grpSp>
      <p:grpSp>
        <p:nvGrpSpPr>
          <p:cNvPr name="Group 120" id="120"/>
          <p:cNvGrpSpPr/>
          <p:nvPr/>
        </p:nvGrpSpPr>
        <p:grpSpPr>
          <a:xfrm rot="0">
            <a:off x="7201119" y="5157206"/>
            <a:ext cx="1410957" cy="1408214"/>
            <a:chOff x="0" y="0"/>
            <a:chExt cx="1881276" cy="1877619"/>
          </a:xfrm>
        </p:grpSpPr>
        <p:sp>
          <p:nvSpPr>
            <p:cNvPr name="Freeform 121" id="121"/>
            <p:cNvSpPr/>
            <p:nvPr/>
          </p:nvSpPr>
          <p:spPr>
            <a:xfrm flipH="false" flipV="false" rot="0">
              <a:off x="0" y="0"/>
              <a:ext cx="1881378" cy="1877568"/>
            </a:xfrm>
            <a:custGeom>
              <a:avLst/>
              <a:gdLst/>
              <a:ahLst/>
              <a:cxnLst/>
              <a:rect r="r" b="b" t="t" l="l"/>
              <a:pathLst>
                <a:path h="1877568" w="1881378">
                  <a:moveTo>
                    <a:pt x="0" y="938784"/>
                  </a:moveTo>
                  <a:cubicBezTo>
                    <a:pt x="0" y="420370"/>
                    <a:pt x="421132" y="0"/>
                    <a:pt x="940689" y="0"/>
                  </a:cubicBezTo>
                  <a:cubicBezTo>
                    <a:pt x="1460246" y="0"/>
                    <a:pt x="1881378" y="420370"/>
                    <a:pt x="1881378" y="938784"/>
                  </a:cubicBezTo>
                  <a:cubicBezTo>
                    <a:pt x="1881378" y="1457198"/>
                    <a:pt x="1460246" y="1877568"/>
                    <a:pt x="940689" y="1877568"/>
                  </a:cubicBezTo>
                  <a:cubicBezTo>
                    <a:pt x="421132" y="1877568"/>
                    <a:pt x="0" y="1457325"/>
                    <a:pt x="0" y="938784"/>
                  </a:cubicBezTo>
                  <a:close/>
                </a:path>
              </a:pathLst>
            </a:custGeom>
            <a:solidFill>
              <a:srgbClr val="C4ECFF"/>
            </a:solidFill>
            <a:ln w="19065" cap="sq">
              <a:solidFill>
                <a:srgbClr val="111A7E"/>
              </a:solidFill>
              <a:prstDash val="dash"/>
              <a:miter/>
            </a:ln>
          </p:spPr>
        </p:sp>
      </p:grpSp>
      <p:grpSp>
        <p:nvGrpSpPr>
          <p:cNvPr name="Group 122" id="122"/>
          <p:cNvGrpSpPr/>
          <p:nvPr/>
        </p:nvGrpSpPr>
        <p:grpSpPr>
          <a:xfrm rot="0">
            <a:off x="7210644" y="5166741"/>
            <a:ext cx="1391888" cy="1389145"/>
            <a:chOff x="0" y="0"/>
            <a:chExt cx="1855851" cy="1852193"/>
          </a:xfrm>
        </p:grpSpPr>
        <p:sp>
          <p:nvSpPr>
            <p:cNvPr name="Freeform 123" id="123"/>
            <p:cNvSpPr/>
            <p:nvPr/>
          </p:nvSpPr>
          <p:spPr>
            <a:xfrm flipH="false" flipV="false" rot="0">
              <a:off x="0" y="0"/>
              <a:ext cx="1855854" cy="1852193"/>
            </a:xfrm>
            <a:custGeom>
              <a:avLst/>
              <a:gdLst/>
              <a:ahLst/>
              <a:cxnLst/>
              <a:rect r="r" b="b" t="t" l="l"/>
              <a:pathLst>
                <a:path h="1852193" w="1855854">
                  <a:moveTo>
                    <a:pt x="0" y="0"/>
                  </a:moveTo>
                  <a:lnTo>
                    <a:pt x="1855854" y="0"/>
                  </a:lnTo>
                  <a:lnTo>
                    <a:pt x="1855854" y="1852193"/>
                  </a:lnTo>
                  <a:lnTo>
                    <a:pt x="0" y="1852193"/>
                  </a:lnTo>
                  <a:close/>
                </a:path>
              </a:pathLst>
            </a:custGeom>
            <a:blipFill>
              <a:blip r:embed="rId3">
                <a:alphaModFix amt="0"/>
              </a:blip>
              <a:stretch>
                <a:fillRect l="-78050" t="0" r="-78050" b="0"/>
              </a:stretch>
            </a:blipFill>
          </p:spPr>
        </p:sp>
        <p:sp>
          <p:nvSpPr>
            <p:cNvPr name="TextBox 124" id="124"/>
            <p:cNvSpPr txBox="true"/>
            <p:nvPr/>
          </p:nvSpPr>
          <p:spPr>
            <a:xfrm>
              <a:off x="0" y="-9525"/>
              <a:ext cx="1855851" cy="1861718"/>
            </a:xfrm>
            <a:prstGeom prst="rect">
              <a:avLst/>
            </a:prstGeom>
          </p:spPr>
          <p:txBody>
            <a:bodyPr anchor="ctr" rtlCol="false" tIns="0" lIns="0" bIns="0" rIns="0"/>
            <a:lstStyle/>
            <a:p>
              <a:pPr algn="ctr">
                <a:lnSpc>
                  <a:spcPts val="2521"/>
                </a:lnSpc>
              </a:pPr>
              <a:r>
                <a:rPr lang="en-US" sz="2101" b="true">
                  <a:solidFill>
                    <a:srgbClr val="121228"/>
                  </a:solidFill>
                  <a:latin typeface="Arimo Bold"/>
                  <a:ea typeface="Arimo Bold"/>
                  <a:cs typeface="Arimo Bold"/>
                  <a:sym typeface="Arimo Bold"/>
                </a:rPr>
                <a:t>proof</a:t>
              </a:r>
            </a:p>
          </p:txBody>
        </p:sp>
      </p:grpSp>
      <p:grpSp>
        <p:nvGrpSpPr>
          <p:cNvPr name="Group 125" id="125"/>
          <p:cNvGrpSpPr/>
          <p:nvPr/>
        </p:nvGrpSpPr>
        <p:grpSpPr>
          <a:xfrm rot="0">
            <a:off x="9559290" y="5021237"/>
            <a:ext cx="1692507" cy="1689764"/>
            <a:chOff x="0" y="0"/>
            <a:chExt cx="2256676" cy="2253018"/>
          </a:xfrm>
        </p:grpSpPr>
        <p:sp>
          <p:nvSpPr>
            <p:cNvPr name="Freeform 126" id="126"/>
            <p:cNvSpPr/>
            <p:nvPr/>
          </p:nvSpPr>
          <p:spPr>
            <a:xfrm flipH="false" flipV="false" rot="0">
              <a:off x="0" y="0"/>
              <a:ext cx="2256790" cy="2252980"/>
            </a:xfrm>
            <a:custGeom>
              <a:avLst/>
              <a:gdLst/>
              <a:ahLst/>
              <a:cxnLst/>
              <a:rect r="r" b="b" t="t" l="l"/>
              <a:pathLst>
                <a:path h="2252980" w="2256790">
                  <a:moveTo>
                    <a:pt x="0" y="1126490"/>
                  </a:moveTo>
                  <a:cubicBezTo>
                    <a:pt x="0" y="504317"/>
                    <a:pt x="505206" y="0"/>
                    <a:pt x="1128395" y="0"/>
                  </a:cubicBezTo>
                  <a:cubicBezTo>
                    <a:pt x="1751584" y="0"/>
                    <a:pt x="2256790" y="504317"/>
                    <a:pt x="2256790" y="1126490"/>
                  </a:cubicBezTo>
                  <a:cubicBezTo>
                    <a:pt x="2256790" y="1748663"/>
                    <a:pt x="1751584" y="2252980"/>
                    <a:pt x="1128395" y="2252980"/>
                  </a:cubicBezTo>
                  <a:cubicBezTo>
                    <a:pt x="505206" y="2252980"/>
                    <a:pt x="0" y="1748663"/>
                    <a:pt x="0" y="1126490"/>
                  </a:cubicBezTo>
                  <a:close/>
                </a:path>
              </a:pathLst>
            </a:custGeom>
            <a:solidFill>
              <a:srgbClr val="C4ECFF"/>
            </a:solidFill>
          </p:spPr>
        </p:sp>
      </p:grpSp>
      <p:grpSp>
        <p:nvGrpSpPr>
          <p:cNvPr name="Group 127" id="127"/>
          <p:cNvGrpSpPr/>
          <p:nvPr/>
        </p:nvGrpSpPr>
        <p:grpSpPr>
          <a:xfrm rot="0">
            <a:off x="9696631" y="5157206"/>
            <a:ext cx="1410957" cy="1408214"/>
            <a:chOff x="0" y="0"/>
            <a:chExt cx="1881276" cy="1877619"/>
          </a:xfrm>
        </p:grpSpPr>
        <p:sp>
          <p:nvSpPr>
            <p:cNvPr name="Freeform 128" id="128"/>
            <p:cNvSpPr/>
            <p:nvPr/>
          </p:nvSpPr>
          <p:spPr>
            <a:xfrm flipH="false" flipV="false" rot="0">
              <a:off x="0" y="0"/>
              <a:ext cx="1881378" cy="1877568"/>
            </a:xfrm>
            <a:custGeom>
              <a:avLst/>
              <a:gdLst/>
              <a:ahLst/>
              <a:cxnLst/>
              <a:rect r="r" b="b" t="t" l="l"/>
              <a:pathLst>
                <a:path h="1877568" w="1881378">
                  <a:moveTo>
                    <a:pt x="0" y="938784"/>
                  </a:moveTo>
                  <a:cubicBezTo>
                    <a:pt x="0" y="420370"/>
                    <a:pt x="421132" y="0"/>
                    <a:pt x="940689" y="0"/>
                  </a:cubicBezTo>
                  <a:cubicBezTo>
                    <a:pt x="1460246" y="0"/>
                    <a:pt x="1881378" y="420370"/>
                    <a:pt x="1881378" y="938784"/>
                  </a:cubicBezTo>
                  <a:cubicBezTo>
                    <a:pt x="1881378" y="1457198"/>
                    <a:pt x="1460246" y="1877568"/>
                    <a:pt x="940689" y="1877568"/>
                  </a:cubicBezTo>
                  <a:cubicBezTo>
                    <a:pt x="421132" y="1877568"/>
                    <a:pt x="0" y="1457325"/>
                    <a:pt x="0" y="938784"/>
                  </a:cubicBezTo>
                  <a:close/>
                </a:path>
              </a:pathLst>
            </a:custGeom>
            <a:solidFill>
              <a:srgbClr val="C4ECFF"/>
            </a:solidFill>
            <a:ln w="19065" cap="sq">
              <a:solidFill>
                <a:srgbClr val="111A7E"/>
              </a:solidFill>
              <a:prstDash val="dash"/>
              <a:miter/>
            </a:ln>
          </p:spPr>
        </p:sp>
      </p:grpSp>
      <p:grpSp>
        <p:nvGrpSpPr>
          <p:cNvPr name="Group 129" id="129"/>
          <p:cNvGrpSpPr/>
          <p:nvPr/>
        </p:nvGrpSpPr>
        <p:grpSpPr>
          <a:xfrm rot="0">
            <a:off x="9706166" y="5166741"/>
            <a:ext cx="1391888" cy="1389145"/>
            <a:chOff x="0" y="0"/>
            <a:chExt cx="1855851" cy="1852193"/>
          </a:xfrm>
        </p:grpSpPr>
        <p:sp>
          <p:nvSpPr>
            <p:cNvPr name="Freeform 130" id="130"/>
            <p:cNvSpPr/>
            <p:nvPr/>
          </p:nvSpPr>
          <p:spPr>
            <a:xfrm flipH="false" flipV="false" rot="0">
              <a:off x="0" y="0"/>
              <a:ext cx="1855854" cy="1852193"/>
            </a:xfrm>
            <a:custGeom>
              <a:avLst/>
              <a:gdLst/>
              <a:ahLst/>
              <a:cxnLst/>
              <a:rect r="r" b="b" t="t" l="l"/>
              <a:pathLst>
                <a:path h="1852193" w="1855854">
                  <a:moveTo>
                    <a:pt x="0" y="0"/>
                  </a:moveTo>
                  <a:lnTo>
                    <a:pt x="1855854" y="0"/>
                  </a:lnTo>
                  <a:lnTo>
                    <a:pt x="1855854" y="1852193"/>
                  </a:lnTo>
                  <a:lnTo>
                    <a:pt x="0" y="1852193"/>
                  </a:lnTo>
                  <a:close/>
                </a:path>
              </a:pathLst>
            </a:custGeom>
            <a:blipFill>
              <a:blip r:embed="rId3">
                <a:alphaModFix amt="0"/>
              </a:blip>
              <a:stretch>
                <a:fillRect l="-78050" t="0" r="-78050" b="0"/>
              </a:stretch>
            </a:blipFill>
          </p:spPr>
        </p:sp>
        <p:sp>
          <p:nvSpPr>
            <p:cNvPr name="TextBox 131" id="131"/>
            <p:cNvSpPr txBox="true"/>
            <p:nvPr/>
          </p:nvSpPr>
          <p:spPr>
            <a:xfrm>
              <a:off x="0" y="-9525"/>
              <a:ext cx="1855851" cy="1861718"/>
            </a:xfrm>
            <a:prstGeom prst="rect">
              <a:avLst/>
            </a:prstGeom>
          </p:spPr>
          <p:txBody>
            <a:bodyPr anchor="ctr" rtlCol="false" tIns="0" lIns="0" bIns="0" rIns="0"/>
            <a:lstStyle/>
            <a:p>
              <a:pPr algn="ctr">
                <a:lnSpc>
                  <a:spcPts val="2521"/>
                </a:lnSpc>
              </a:pPr>
              <a:r>
                <a:rPr lang="en-US" sz="2101" b="true">
                  <a:solidFill>
                    <a:srgbClr val="121228"/>
                  </a:solidFill>
                  <a:latin typeface="Arimo Bold"/>
                  <a:ea typeface="Arimo Bold"/>
                  <a:cs typeface="Arimo Bold"/>
                  <a:sym typeface="Arimo Bold"/>
                </a:rPr>
                <a:t>accept</a:t>
              </a:r>
            </a:p>
          </p:txBody>
        </p:sp>
      </p:grpSp>
      <p:grpSp>
        <p:nvGrpSpPr>
          <p:cNvPr name="Group 132" id="132"/>
          <p:cNvGrpSpPr/>
          <p:nvPr/>
        </p:nvGrpSpPr>
        <p:grpSpPr>
          <a:xfrm rot="0">
            <a:off x="11977935" y="5021237"/>
            <a:ext cx="1692507" cy="1689764"/>
            <a:chOff x="0" y="0"/>
            <a:chExt cx="2256676" cy="2253018"/>
          </a:xfrm>
        </p:grpSpPr>
        <p:sp>
          <p:nvSpPr>
            <p:cNvPr name="Freeform 133" id="133"/>
            <p:cNvSpPr/>
            <p:nvPr/>
          </p:nvSpPr>
          <p:spPr>
            <a:xfrm flipH="false" flipV="false" rot="0">
              <a:off x="0" y="0"/>
              <a:ext cx="2256790" cy="2252980"/>
            </a:xfrm>
            <a:custGeom>
              <a:avLst/>
              <a:gdLst/>
              <a:ahLst/>
              <a:cxnLst/>
              <a:rect r="r" b="b" t="t" l="l"/>
              <a:pathLst>
                <a:path h="2252980" w="2256790">
                  <a:moveTo>
                    <a:pt x="0" y="1126490"/>
                  </a:moveTo>
                  <a:cubicBezTo>
                    <a:pt x="0" y="504317"/>
                    <a:pt x="505206" y="0"/>
                    <a:pt x="1128395" y="0"/>
                  </a:cubicBezTo>
                  <a:cubicBezTo>
                    <a:pt x="1751584" y="0"/>
                    <a:pt x="2256790" y="504317"/>
                    <a:pt x="2256790" y="1126490"/>
                  </a:cubicBezTo>
                  <a:cubicBezTo>
                    <a:pt x="2256790" y="1748663"/>
                    <a:pt x="1751584" y="2252980"/>
                    <a:pt x="1128395" y="2252980"/>
                  </a:cubicBezTo>
                  <a:cubicBezTo>
                    <a:pt x="505206" y="2252980"/>
                    <a:pt x="0" y="1748663"/>
                    <a:pt x="0" y="1126490"/>
                  </a:cubicBezTo>
                  <a:close/>
                </a:path>
              </a:pathLst>
            </a:custGeom>
            <a:solidFill>
              <a:srgbClr val="C4ECFF"/>
            </a:solidFill>
          </p:spPr>
        </p:sp>
      </p:grpSp>
      <p:grpSp>
        <p:nvGrpSpPr>
          <p:cNvPr name="Group 134" id="134"/>
          <p:cNvGrpSpPr/>
          <p:nvPr/>
        </p:nvGrpSpPr>
        <p:grpSpPr>
          <a:xfrm rot="0">
            <a:off x="12115286" y="5157206"/>
            <a:ext cx="1410957" cy="1408214"/>
            <a:chOff x="0" y="0"/>
            <a:chExt cx="1881276" cy="1877619"/>
          </a:xfrm>
        </p:grpSpPr>
        <p:sp>
          <p:nvSpPr>
            <p:cNvPr name="Freeform 135" id="135"/>
            <p:cNvSpPr/>
            <p:nvPr/>
          </p:nvSpPr>
          <p:spPr>
            <a:xfrm flipH="false" flipV="false" rot="0">
              <a:off x="0" y="0"/>
              <a:ext cx="1881378" cy="1877568"/>
            </a:xfrm>
            <a:custGeom>
              <a:avLst/>
              <a:gdLst/>
              <a:ahLst/>
              <a:cxnLst/>
              <a:rect r="r" b="b" t="t" l="l"/>
              <a:pathLst>
                <a:path h="1877568" w="1881378">
                  <a:moveTo>
                    <a:pt x="0" y="938784"/>
                  </a:moveTo>
                  <a:cubicBezTo>
                    <a:pt x="0" y="420370"/>
                    <a:pt x="421132" y="0"/>
                    <a:pt x="940689" y="0"/>
                  </a:cubicBezTo>
                  <a:cubicBezTo>
                    <a:pt x="1460246" y="0"/>
                    <a:pt x="1881378" y="420370"/>
                    <a:pt x="1881378" y="938784"/>
                  </a:cubicBezTo>
                  <a:cubicBezTo>
                    <a:pt x="1881378" y="1457198"/>
                    <a:pt x="1460246" y="1877568"/>
                    <a:pt x="940689" y="1877568"/>
                  </a:cubicBezTo>
                  <a:cubicBezTo>
                    <a:pt x="421132" y="1877568"/>
                    <a:pt x="0" y="1457325"/>
                    <a:pt x="0" y="938784"/>
                  </a:cubicBezTo>
                  <a:close/>
                </a:path>
              </a:pathLst>
            </a:custGeom>
            <a:solidFill>
              <a:srgbClr val="C4ECFF"/>
            </a:solidFill>
            <a:ln w="19065" cap="sq">
              <a:solidFill>
                <a:srgbClr val="111A7E"/>
              </a:solidFill>
              <a:prstDash val="dash"/>
              <a:miter/>
            </a:ln>
          </p:spPr>
        </p:sp>
      </p:grpSp>
      <p:grpSp>
        <p:nvGrpSpPr>
          <p:cNvPr name="Group 136" id="136"/>
          <p:cNvGrpSpPr/>
          <p:nvPr/>
        </p:nvGrpSpPr>
        <p:grpSpPr>
          <a:xfrm rot="0">
            <a:off x="12124811" y="5166741"/>
            <a:ext cx="1391888" cy="1389145"/>
            <a:chOff x="0" y="0"/>
            <a:chExt cx="1855851" cy="1852193"/>
          </a:xfrm>
        </p:grpSpPr>
        <p:sp>
          <p:nvSpPr>
            <p:cNvPr name="Freeform 137" id="137"/>
            <p:cNvSpPr/>
            <p:nvPr/>
          </p:nvSpPr>
          <p:spPr>
            <a:xfrm flipH="false" flipV="false" rot="0">
              <a:off x="0" y="0"/>
              <a:ext cx="1855854" cy="1852193"/>
            </a:xfrm>
            <a:custGeom>
              <a:avLst/>
              <a:gdLst/>
              <a:ahLst/>
              <a:cxnLst/>
              <a:rect r="r" b="b" t="t" l="l"/>
              <a:pathLst>
                <a:path h="1852193" w="1855854">
                  <a:moveTo>
                    <a:pt x="0" y="0"/>
                  </a:moveTo>
                  <a:lnTo>
                    <a:pt x="1855854" y="0"/>
                  </a:lnTo>
                  <a:lnTo>
                    <a:pt x="1855854" y="1852193"/>
                  </a:lnTo>
                  <a:lnTo>
                    <a:pt x="0" y="1852193"/>
                  </a:lnTo>
                  <a:close/>
                </a:path>
              </a:pathLst>
            </a:custGeom>
            <a:blipFill>
              <a:blip r:embed="rId3">
                <a:alphaModFix amt="0"/>
              </a:blip>
              <a:stretch>
                <a:fillRect l="-78050" t="0" r="-78050" b="0"/>
              </a:stretch>
            </a:blipFill>
          </p:spPr>
        </p:sp>
        <p:sp>
          <p:nvSpPr>
            <p:cNvPr name="TextBox 138" id="138"/>
            <p:cNvSpPr txBox="true"/>
            <p:nvPr/>
          </p:nvSpPr>
          <p:spPr>
            <a:xfrm>
              <a:off x="0" y="-9525"/>
              <a:ext cx="1855851" cy="1861718"/>
            </a:xfrm>
            <a:prstGeom prst="rect">
              <a:avLst/>
            </a:prstGeom>
          </p:spPr>
          <p:txBody>
            <a:bodyPr anchor="ctr" rtlCol="false" tIns="0" lIns="0" bIns="0" rIns="0"/>
            <a:lstStyle/>
            <a:p>
              <a:pPr algn="ctr">
                <a:lnSpc>
                  <a:spcPts val="2521"/>
                </a:lnSpc>
              </a:pPr>
              <a:r>
                <a:rPr lang="en-US" sz="2101" b="true">
                  <a:solidFill>
                    <a:srgbClr val="121228"/>
                  </a:solidFill>
                  <a:latin typeface="Arimo Bold"/>
                  <a:ea typeface="Arimo Bold"/>
                  <a:cs typeface="Arimo Bold"/>
                  <a:sym typeface="Arimo Bold"/>
                </a:rPr>
                <a:t>root</a:t>
              </a:r>
            </a:p>
          </p:txBody>
        </p:sp>
      </p:grpSp>
      <p:grpSp>
        <p:nvGrpSpPr>
          <p:cNvPr name="Group 139" id="139"/>
          <p:cNvGrpSpPr/>
          <p:nvPr/>
        </p:nvGrpSpPr>
        <p:grpSpPr>
          <a:xfrm rot="0">
            <a:off x="14415802" y="5021237"/>
            <a:ext cx="1692507" cy="1689764"/>
            <a:chOff x="0" y="0"/>
            <a:chExt cx="2256676" cy="2253018"/>
          </a:xfrm>
        </p:grpSpPr>
        <p:sp>
          <p:nvSpPr>
            <p:cNvPr name="Freeform 140" id="140"/>
            <p:cNvSpPr/>
            <p:nvPr/>
          </p:nvSpPr>
          <p:spPr>
            <a:xfrm flipH="false" flipV="false" rot="0">
              <a:off x="0" y="0"/>
              <a:ext cx="2256790" cy="2252980"/>
            </a:xfrm>
            <a:custGeom>
              <a:avLst/>
              <a:gdLst/>
              <a:ahLst/>
              <a:cxnLst/>
              <a:rect r="r" b="b" t="t" l="l"/>
              <a:pathLst>
                <a:path h="2252980" w="2256790">
                  <a:moveTo>
                    <a:pt x="0" y="1126490"/>
                  </a:moveTo>
                  <a:cubicBezTo>
                    <a:pt x="0" y="504317"/>
                    <a:pt x="505206" y="0"/>
                    <a:pt x="1128395" y="0"/>
                  </a:cubicBezTo>
                  <a:cubicBezTo>
                    <a:pt x="1751584" y="0"/>
                    <a:pt x="2256790" y="504317"/>
                    <a:pt x="2256790" y="1126490"/>
                  </a:cubicBezTo>
                  <a:cubicBezTo>
                    <a:pt x="2256790" y="1748663"/>
                    <a:pt x="1751584" y="2252980"/>
                    <a:pt x="1128395" y="2252980"/>
                  </a:cubicBezTo>
                  <a:cubicBezTo>
                    <a:pt x="505206" y="2252980"/>
                    <a:pt x="0" y="1748663"/>
                    <a:pt x="0" y="1126490"/>
                  </a:cubicBezTo>
                  <a:close/>
                </a:path>
              </a:pathLst>
            </a:custGeom>
            <a:solidFill>
              <a:srgbClr val="C4ECFF"/>
            </a:solidFill>
          </p:spPr>
        </p:sp>
      </p:grpSp>
      <p:grpSp>
        <p:nvGrpSpPr>
          <p:cNvPr name="Group 141" id="141"/>
          <p:cNvGrpSpPr/>
          <p:nvPr/>
        </p:nvGrpSpPr>
        <p:grpSpPr>
          <a:xfrm rot="0">
            <a:off x="14553152" y="5157206"/>
            <a:ext cx="1410957" cy="1408214"/>
            <a:chOff x="0" y="0"/>
            <a:chExt cx="1881276" cy="1877619"/>
          </a:xfrm>
        </p:grpSpPr>
        <p:sp>
          <p:nvSpPr>
            <p:cNvPr name="Freeform 142" id="142"/>
            <p:cNvSpPr/>
            <p:nvPr/>
          </p:nvSpPr>
          <p:spPr>
            <a:xfrm flipH="false" flipV="false" rot="0">
              <a:off x="0" y="0"/>
              <a:ext cx="1881378" cy="1877568"/>
            </a:xfrm>
            <a:custGeom>
              <a:avLst/>
              <a:gdLst/>
              <a:ahLst/>
              <a:cxnLst/>
              <a:rect r="r" b="b" t="t" l="l"/>
              <a:pathLst>
                <a:path h="1877568" w="1881378">
                  <a:moveTo>
                    <a:pt x="0" y="938784"/>
                  </a:moveTo>
                  <a:cubicBezTo>
                    <a:pt x="0" y="420370"/>
                    <a:pt x="421132" y="0"/>
                    <a:pt x="940689" y="0"/>
                  </a:cubicBezTo>
                  <a:cubicBezTo>
                    <a:pt x="1460246" y="0"/>
                    <a:pt x="1881378" y="420370"/>
                    <a:pt x="1881378" y="938784"/>
                  </a:cubicBezTo>
                  <a:cubicBezTo>
                    <a:pt x="1881378" y="1457198"/>
                    <a:pt x="1460246" y="1877568"/>
                    <a:pt x="940689" y="1877568"/>
                  </a:cubicBezTo>
                  <a:cubicBezTo>
                    <a:pt x="421132" y="1877568"/>
                    <a:pt x="0" y="1457325"/>
                    <a:pt x="0" y="938784"/>
                  </a:cubicBezTo>
                  <a:close/>
                </a:path>
              </a:pathLst>
            </a:custGeom>
            <a:solidFill>
              <a:srgbClr val="C4ECFF"/>
            </a:solidFill>
            <a:ln w="19065" cap="sq">
              <a:solidFill>
                <a:srgbClr val="111A7E"/>
              </a:solidFill>
              <a:prstDash val="dash"/>
              <a:miter/>
            </a:ln>
          </p:spPr>
        </p:sp>
      </p:grpSp>
      <p:grpSp>
        <p:nvGrpSpPr>
          <p:cNvPr name="Group 143" id="143"/>
          <p:cNvGrpSpPr/>
          <p:nvPr/>
        </p:nvGrpSpPr>
        <p:grpSpPr>
          <a:xfrm rot="0">
            <a:off x="14562687" y="5166741"/>
            <a:ext cx="1391888" cy="1389145"/>
            <a:chOff x="0" y="0"/>
            <a:chExt cx="1855851" cy="1852193"/>
          </a:xfrm>
        </p:grpSpPr>
        <p:sp>
          <p:nvSpPr>
            <p:cNvPr name="Freeform 144" id="144"/>
            <p:cNvSpPr/>
            <p:nvPr/>
          </p:nvSpPr>
          <p:spPr>
            <a:xfrm flipH="false" flipV="false" rot="0">
              <a:off x="0" y="0"/>
              <a:ext cx="1855854" cy="1852193"/>
            </a:xfrm>
            <a:custGeom>
              <a:avLst/>
              <a:gdLst/>
              <a:ahLst/>
              <a:cxnLst/>
              <a:rect r="r" b="b" t="t" l="l"/>
              <a:pathLst>
                <a:path h="1852193" w="1855854">
                  <a:moveTo>
                    <a:pt x="0" y="0"/>
                  </a:moveTo>
                  <a:lnTo>
                    <a:pt x="1855854" y="0"/>
                  </a:lnTo>
                  <a:lnTo>
                    <a:pt x="1855854" y="1852193"/>
                  </a:lnTo>
                  <a:lnTo>
                    <a:pt x="0" y="1852193"/>
                  </a:lnTo>
                  <a:close/>
                </a:path>
              </a:pathLst>
            </a:custGeom>
            <a:blipFill>
              <a:blip r:embed="rId3">
                <a:alphaModFix amt="0"/>
              </a:blip>
              <a:stretch>
                <a:fillRect l="-78050" t="0" r="-78050" b="0"/>
              </a:stretch>
            </a:blipFill>
          </p:spPr>
        </p:sp>
        <p:sp>
          <p:nvSpPr>
            <p:cNvPr name="TextBox 145" id="145"/>
            <p:cNvSpPr txBox="true"/>
            <p:nvPr/>
          </p:nvSpPr>
          <p:spPr>
            <a:xfrm>
              <a:off x="0" y="-9525"/>
              <a:ext cx="1855851" cy="1861718"/>
            </a:xfrm>
            <a:prstGeom prst="rect">
              <a:avLst/>
            </a:prstGeom>
          </p:spPr>
          <p:txBody>
            <a:bodyPr anchor="ctr" rtlCol="false" tIns="0" lIns="0" bIns="0" rIns="0"/>
            <a:lstStyle/>
            <a:p>
              <a:pPr algn="ctr">
                <a:lnSpc>
                  <a:spcPts val="2521"/>
                </a:lnSpc>
              </a:pPr>
              <a:r>
                <a:rPr lang="en-US" sz="2101" b="true">
                  <a:solidFill>
                    <a:srgbClr val="121228"/>
                  </a:solidFill>
                  <a:latin typeface="Arimo Bold"/>
                  <a:ea typeface="Arimo Bold"/>
                  <a:cs typeface="Arimo Bold"/>
                  <a:sym typeface="Arimo Bold"/>
                </a:rPr>
                <a:t>NFT</a:t>
              </a:r>
            </a:p>
          </p:txBody>
        </p:sp>
      </p:grpSp>
      <p:sp>
        <p:nvSpPr>
          <p:cNvPr name="TextBox 146" id="146"/>
          <p:cNvSpPr txBox="true"/>
          <p:nvPr/>
        </p:nvSpPr>
        <p:spPr>
          <a:xfrm rot="0">
            <a:off x="2414006" y="4033580"/>
            <a:ext cx="985266" cy="630336"/>
          </a:xfrm>
          <a:prstGeom prst="rect">
            <a:avLst/>
          </a:prstGeom>
        </p:spPr>
        <p:txBody>
          <a:bodyPr anchor="t" rtlCol="false" tIns="0" lIns="0" bIns="0" rIns="0">
            <a:spAutoFit/>
          </a:bodyPr>
          <a:lstStyle/>
          <a:p>
            <a:pPr algn="ctr">
              <a:lnSpc>
                <a:spcPts val="4323"/>
              </a:lnSpc>
            </a:pPr>
            <a:r>
              <a:rPr lang="en-US" sz="3602">
                <a:solidFill>
                  <a:srgbClr val="C4ECFF"/>
                </a:solidFill>
                <a:latin typeface="Arimo"/>
                <a:ea typeface="Arimo"/>
                <a:cs typeface="Arimo"/>
                <a:sym typeface="Arimo"/>
              </a:rPr>
              <a:t>01</a:t>
            </a:r>
          </a:p>
        </p:txBody>
      </p:sp>
      <p:sp>
        <p:nvSpPr>
          <p:cNvPr name="AutoShape 147" id="147"/>
          <p:cNvSpPr/>
          <p:nvPr/>
        </p:nvSpPr>
        <p:spPr>
          <a:xfrm rot="5301180">
            <a:off x="2566149" y="7213435"/>
            <a:ext cx="663121" cy="0"/>
          </a:xfrm>
          <a:prstGeom prst="line">
            <a:avLst/>
          </a:prstGeom>
          <a:ln cap="rnd" w="9525">
            <a:solidFill>
              <a:srgbClr val="808080"/>
            </a:solidFill>
            <a:prstDash val="solid"/>
            <a:headEnd type="none" len="sm" w="sm"/>
            <a:tailEnd type="oval" len="lg" w="lg"/>
          </a:ln>
        </p:spPr>
      </p:sp>
      <p:sp>
        <p:nvSpPr>
          <p:cNvPr name="TextBox 148" id="148"/>
          <p:cNvSpPr txBox="true"/>
          <p:nvPr/>
        </p:nvSpPr>
        <p:spPr>
          <a:xfrm rot="0">
            <a:off x="1687859" y="7795993"/>
            <a:ext cx="2329110" cy="342157"/>
          </a:xfrm>
          <a:prstGeom prst="rect">
            <a:avLst/>
          </a:prstGeom>
        </p:spPr>
        <p:txBody>
          <a:bodyPr anchor="t" rtlCol="false" tIns="0" lIns="0" bIns="0" rIns="0">
            <a:spAutoFit/>
          </a:bodyPr>
          <a:lstStyle/>
          <a:p>
            <a:pPr algn="ctr">
              <a:lnSpc>
                <a:spcPts val="2341"/>
              </a:lnSpc>
            </a:pPr>
            <a:r>
              <a:rPr lang="en-US" sz="1951">
                <a:solidFill>
                  <a:srgbClr val="C4ECFF"/>
                </a:solidFill>
                <a:latin typeface="Arimo"/>
                <a:ea typeface="Arimo"/>
                <a:cs typeface="Arimo"/>
                <a:sym typeface="Arimo"/>
              </a:rPr>
              <a:t>INSCRIPCIÓN</a:t>
            </a:r>
          </a:p>
        </p:txBody>
      </p:sp>
      <p:sp>
        <p:nvSpPr>
          <p:cNvPr name="TextBox 149" id="149"/>
          <p:cNvSpPr txBox="true"/>
          <p:nvPr/>
        </p:nvSpPr>
        <p:spPr>
          <a:xfrm rot="0">
            <a:off x="1433913" y="8157515"/>
            <a:ext cx="2837002" cy="1082897"/>
          </a:xfrm>
          <a:prstGeom prst="rect">
            <a:avLst/>
          </a:prstGeom>
        </p:spPr>
        <p:txBody>
          <a:bodyPr anchor="t" rtlCol="false" tIns="0" lIns="0" bIns="0" rIns="0">
            <a:spAutoFit/>
          </a:bodyPr>
          <a:lstStyle/>
          <a:p>
            <a:pPr algn="ctr">
              <a:lnSpc>
                <a:spcPts val="2810"/>
              </a:lnSpc>
            </a:pPr>
            <a:r>
              <a:rPr lang="en-US" sz="1801">
                <a:solidFill>
                  <a:srgbClr val="C2C5CC"/>
                </a:solidFill>
                <a:latin typeface="Roboto"/>
                <a:ea typeface="Roboto"/>
                <a:cs typeface="Roboto"/>
                <a:sym typeface="Roboto"/>
              </a:rPr>
              <a:t>El docente agrega los commitments de identidad.</a:t>
            </a:r>
          </a:p>
        </p:txBody>
      </p:sp>
      <p:sp>
        <p:nvSpPr>
          <p:cNvPr name="TextBox 150" id="150"/>
          <p:cNvSpPr txBox="true"/>
          <p:nvPr/>
        </p:nvSpPr>
        <p:spPr>
          <a:xfrm rot="0">
            <a:off x="4913633" y="7094639"/>
            <a:ext cx="985266" cy="630336"/>
          </a:xfrm>
          <a:prstGeom prst="rect">
            <a:avLst/>
          </a:prstGeom>
        </p:spPr>
        <p:txBody>
          <a:bodyPr anchor="t" rtlCol="false" tIns="0" lIns="0" bIns="0" rIns="0">
            <a:spAutoFit/>
          </a:bodyPr>
          <a:lstStyle/>
          <a:p>
            <a:pPr algn="ctr">
              <a:lnSpc>
                <a:spcPts val="4323"/>
              </a:lnSpc>
            </a:pPr>
            <a:r>
              <a:rPr lang="en-US" sz="3602">
                <a:solidFill>
                  <a:srgbClr val="C4ECFF"/>
                </a:solidFill>
                <a:latin typeface="Arimo"/>
                <a:ea typeface="Arimo"/>
                <a:cs typeface="Arimo"/>
                <a:sym typeface="Arimo"/>
              </a:rPr>
              <a:t>02</a:t>
            </a:r>
          </a:p>
        </p:txBody>
      </p:sp>
      <p:sp>
        <p:nvSpPr>
          <p:cNvPr name="AutoShape 151" id="151"/>
          <p:cNvSpPr/>
          <p:nvPr/>
        </p:nvSpPr>
        <p:spPr>
          <a:xfrm rot="5287380">
            <a:off x="5085674" y="4548388"/>
            <a:ext cx="582178" cy="0"/>
          </a:xfrm>
          <a:prstGeom prst="line">
            <a:avLst/>
          </a:prstGeom>
          <a:ln cap="rnd" w="9525">
            <a:solidFill>
              <a:srgbClr val="808080"/>
            </a:solidFill>
            <a:prstDash val="solid"/>
            <a:headEnd type="oval" len="lg" w="lg"/>
            <a:tailEnd type="none" len="sm" w="sm"/>
          </a:ln>
        </p:spPr>
      </p:sp>
      <p:sp>
        <p:nvSpPr>
          <p:cNvPr name="TextBox 152" id="152"/>
          <p:cNvSpPr txBox="true"/>
          <p:nvPr/>
        </p:nvSpPr>
        <p:spPr>
          <a:xfrm rot="0">
            <a:off x="4323388" y="2703386"/>
            <a:ext cx="2329110" cy="343529"/>
          </a:xfrm>
          <a:prstGeom prst="rect">
            <a:avLst/>
          </a:prstGeom>
        </p:spPr>
        <p:txBody>
          <a:bodyPr anchor="t" rtlCol="false" tIns="0" lIns="0" bIns="0" rIns="0">
            <a:spAutoFit/>
          </a:bodyPr>
          <a:lstStyle/>
          <a:p>
            <a:pPr algn="ctr">
              <a:lnSpc>
                <a:spcPts val="2341"/>
              </a:lnSpc>
            </a:pPr>
            <a:r>
              <a:rPr lang="en-US" sz="1951">
                <a:solidFill>
                  <a:srgbClr val="C4ECFF"/>
                </a:solidFill>
                <a:latin typeface="Arimo"/>
                <a:ea typeface="Arimo"/>
                <a:cs typeface="Arimo"/>
                <a:sym typeface="Arimo"/>
              </a:rPr>
              <a:t>CREAR EQUIPO</a:t>
            </a:r>
          </a:p>
        </p:txBody>
      </p:sp>
      <p:sp>
        <p:nvSpPr>
          <p:cNvPr name="TextBox 153" id="153"/>
          <p:cNvSpPr txBox="true"/>
          <p:nvPr/>
        </p:nvSpPr>
        <p:spPr>
          <a:xfrm rot="0">
            <a:off x="4069442" y="3058030"/>
            <a:ext cx="2837002" cy="1082897"/>
          </a:xfrm>
          <a:prstGeom prst="rect">
            <a:avLst/>
          </a:prstGeom>
        </p:spPr>
        <p:txBody>
          <a:bodyPr anchor="t" rtlCol="false" tIns="0" lIns="0" bIns="0" rIns="0">
            <a:spAutoFit/>
          </a:bodyPr>
          <a:lstStyle/>
          <a:p>
            <a:pPr algn="ctr">
              <a:lnSpc>
                <a:spcPts val="2810"/>
              </a:lnSpc>
            </a:pPr>
            <a:r>
              <a:rPr lang="en-US" sz="1801">
                <a:solidFill>
                  <a:srgbClr val="C2C5CC"/>
                </a:solidFill>
                <a:latin typeface="Roboto"/>
                <a:ea typeface="Roboto"/>
                <a:cs typeface="Roboto"/>
                <a:sym typeface="Roboto"/>
              </a:rPr>
              <a:t>Un miembro envía prueba ZK con scope = teamId.</a:t>
            </a:r>
          </a:p>
        </p:txBody>
      </p:sp>
      <p:sp>
        <p:nvSpPr>
          <p:cNvPr name="TextBox 154" id="154"/>
          <p:cNvSpPr txBox="true"/>
          <p:nvPr/>
        </p:nvSpPr>
        <p:spPr>
          <a:xfrm rot="0">
            <a:off x="7416022" y="4033580"/>
            <a:ext cx="985266" cy="630336"/>
          </a:xfrm>
          <a:prstGeom prst="rect">
            <a:avLst/>
          </a:prstGeom>
        </p:spPr>
        <p:txBody>
          <a:bodyPr anchor="t" rtlCol="false" tIns="0" lIns="0" bIns="0" rIns="0">
            <a:spAutoFit/>
          </a:bodyPr>
          <a:lstStyle/>
          <a:p>
            <a:pPr algn="ctr">
              <a:lnSpc>
                <a:spcPts val="4323"/>
              </a:lnSpc>
            </a:pPr>
            <a:r>
              <a:rPr lang="en-US" sz="3602">
                <a:solidFill>
                  <a:srgbClr val="C4ECFF"/>
                </a:solidFill>
                <a:latin typeface="Arimo"/>
                <a:ea typeface="Arimo"/>
                <a:cs typeface="Arimo"/>
                <a:sym typeface="Arimo"/>
              </a:rPr>
              <a:t>03</a:t>
            </a:r>
          </a:p>
        </p:txBody>
      </p:sp>
      <p:sp>
        <p:nvSpPr>
          <p:cNvPr name="AutoShape 155" id="155"/>
          <p:cNvSpPr/>
          <p:nvPr/>
        </p:nvSpPr>
        <p:spPr>
          <a:xfrm rot="5301180">
            <a:off x="7570918" y="7213435"/>
            <a:ext cx="663121" cy="0"/>
          </a:xfrm>
          <a:prstGeom prst="line">
            <a:avLst/>
          </a:prstGeom>
          <a:ln cap="rnd" w="9525">
            <a:solidFill>
              <a:srgbClr val="808080"/>
            </a:solidFill>
            <a:prstDash val="solid"/>
            <a:headEnd type="none" len="sm" w="sm"/>
            <a:tailEnd type="oval" len="lg" w="lg"/>
          </a:ln>
        </p:spPr>
      </p:sp>
      <p:sp>
        <p:nvSpPr>
          <p:cNvPr name="TextBox 156" id="156"/>
          <p:cNvSpPr txBox="true"/>
          <p:nvPr/>
        </p:nvSpPr>
        <p:spPr>
          <a:xfrm rot="0">
            <a:off x="6737918" y="7795993"/>
            <a:ext cx="2329110" cy="342157"/>
          </a:xfrm>
          <a:prstGeom prst="rect">
            <a:avLst/>
          </a:prstGeom>
        </p:spPr>
        <p:txBody>
          <a:bodyPr anchor="t" rtlCol="false" tIns="0" lIns="0" bIns="0" rIns="0">
            <a:spAutoFit/>
          </a:bodyPr>
          <a:lstStyle/>
          <a:p>
            <a:pPr algn="ctr">
              <a:lnSpc>
                <a:spcPts val="2341"/>
              </a:lnSpc>
            </a:pPr>
            <a:r>
              <a:rPr lang="en-US" sz="1951">
                <a:solidFill>
                  <a:srgbClr val="C4ECFF"/>
                </a:solidFill>
                <a:latin typeface="Arimo"/>
                <a:ea typeface="Arimo"/>
                <a:cs typeface="Arimo"/>
                <a:sym typeface="Arimo"/>
              </a:rPr>
              <a:t>POSTULARSE</a:t>
            </a:r>
          </a:p>
        </p:txBody>
      </p:sp>
      <p:sp>
        <p:nvSpPr>
          <p:cNvPr name="TextBox 157" id="157"/>
          <p:cNvSpPr txBox="true"/>
          <p:nvPr/>
        </p:nvSpPr>
        <p:spPr>
          <a:xfrm rot="0">
            <a:off x="6483972" y="8157515"/>
            <a:ext cx="2837002" cy="1082897"/>
          </a:xfrm>
          <a:prstGeom prst="rect">
            <a:avLst/>
          </a:prstGeom>
        </p:spPr>
        <p:txBody>
          <a:bodyPr anchor="t" rtlCol="false" tIns="0" lIns="0" bIns="0" rIns="0">
            <a:spAutoFit/>
          </a:bodyPr>
          <a:lstStyle/>
          <a:p>
            <a:pPr algn="ctr">
              <a:lnSpc>
                <a:spcPts val="2810"/>
              </a:lnSpc>
            </a:pPr>
            <a:r>
              <a:rPr lang="en-US" sz="1801">
                <a:solidFill>
                  <a:srgbClr val="C2C5CC"/>
                </a:solidFill>
                <a:latin typeface="Roboto"/>
                <a:ea typeface="Roboto"/>
                <a:cs typeface="Roboto"/>
                <a:sym typeface="Roboto"/>
              </a:rPr>
              <a:t>Prueba ZK anónima; se guarda por nullifier, sin msg.sender.</a:t>
            </a:r>
          </a:p>
        </p:txBody>
      </p:sp>
      <p:sp>
        <p:nvSpPr>
          <p:cNvPr name="TextBox 158" id="158"/>
          <p:cNvSpPr txBox="true"/>
          <p:nvPr/>
        </p:nvSpPr>
        <p:spPr>
          <a:xfrm rot="0">
            <a:off x="9911544" y="7094639"/>
            <a:ext cx="985266" cy="630336"/>
          </a:xfrm>
          <a:prstGeom prst="rect">
            <a:avLst/>
          </a:prstGeom>
        </p:spPr>
        <p:txBody>
          <a:bodyPr anchor="t" rtlCol="false" tIns="0" lIns="0" bIns="0" rIns="0">
            <a:spAutoFit/>
          </a:bodyPr>
          <a:lstStyle/>
          <a:p>
            <a:pPr algn="ctr">
              <a:lnSpc>
                <a:spcPts val="4323"/>
              </a:lnSpc>
            </a:pPr>
            <a:r>
              <a:rPr lang="en-US" sz="3602">
                <a:solidFill>
                  <a:srgbClr val="C4ECFF"/>
                </a:solidFill>
                <a:latin typeface="Arimo"/>
                <a:ea typeface="Arimo"/>
                <a:cs typeface="Arimo"/>
                <a:sym typeface="Arimo"/>
              </a:rPr>
              <a:t>04</a:t>
            </a:r>
          </a:p>
        </p:txBody>
      </p:sp>
      <p:sp>
        <p:nvSpPr>
          <p:cNvPr name="AutoShape 159" id="159"/>
          <p:cNvSpPr/>
          <p:nvPr/>
        </p:nvSpPr>
        <p:spPr>
          <a:xfrm rot="5287380">
            <a:off x="10130247" y="4548388"/>
            <a:ext cx="582178" cy="0"/>
          </a:xfrm>
          <a:prstGeom prst="line">
            <a:avLst/>
          </a:prstGeom>
          <a:ln cap="rnd" w="9525">
            <a:solidFill>
              <a:srgbClr val="808080"/>
            </a:solidFill>
            <a:prstDash val="solid"/>
            <a:headEnd type="oval" len="lg" w="lg"/>
            <a:tailEnd type="none" len="sm" w="sm"/>
          </a:ln>
        </p:spPr>
      </p:sp>
      <p:sp>
        <p:nvSpPr>
          <p:cNvPr name="TextBox 160" id="160"/>
          <p:cNvSpPr txBox="true"/>
          <p:nvPr/>
        </p:nvSpPr>
        <p:spPr>
          <a:xfrm rot="0">
            <a:off x="9269130" y="2703386"/>
            <a:ext cx="2329110" cy="343529"/>
          </a:xfrm>
          <a:prstGeom prst="rect">
            <a:avLst/>
          </a:prstGeom>
        </p:spPr>
        <p:txBody>
          <a:bodyPr anchor="t" rtlCol="false" tIns="0" lIns="0" bIns="0" rIns="0">
            <a:spAutoFit/>
          </a:bodyPr>
          <a:lstStyle/>
          <a:p>
            <a:pPr algn="ctr">
              <a:lnSpc>
                <a:spcPts val="2341"/>
              </a:lnSpc>
            </a:pPr>
            <a:r>
              <a:rPr lang="en-US" sz="1951">
                <a:solidFill>
                  <a:srgbClr val="C4ECFF"/>
                </a:solidFill>
                <a:latin typeface="Arimo"/>
                <a:ea typeface="Arimo"/>
                <a:cs typeface="Arimo"/>
                <a:sym typeface="Arimo"/>
              </a:rPr>
              <a:t>ACEPTAR</a:t>
            </a:r>
          </a:p>
        </p:txBody>
      </p:sp>
      <p:sp>
        <p:nvSpPr>
          <p:cNvPr name="TextBox 161" id="161"/>
          <p:cNvSpPr txBox="true"/>
          <p:nvPr/>
        </p:nvSpPr>
        <p:spPr>
          <a:xfrm rot="0">
            <a:off x="9015184" y="3058030"/>
            <a:ext cx="2837002" cy="1082897"/>
          </a:xfrm>
          <a:prstGeom prst="rect">
            <a:avLst/>
          </a:prstGeom>
        </p:spPr>
        <p:txBody>
          <a:bodyPr anchor="t" rtlCol="false" tIns="0" lIns="0" bIns="0" rIns="0">
            <a:spAutoFit/>
          </a:bodyPr>
          <a:lstStyle/>
          <a:p>
            <a:pPr algn="ctr">
              <a:lnSpc>
                <a:spcPts val="2810"/>
              </a:lnSpc>
            </a:pPr>
            <a:r>
              <a:rPr lang="en-US" sz="1801">
                <a:solidFill>
                  <a:srgbClr val="C2C5CC"/>
                </a:solidFill>
                <a:latin typeface="Roboto"/>
                <a:ea typeface="Roboto"/>
                <a:cs typeface="Roboto"/>
                <a:sym typeface="Roboto"/>
              </a:rPr>
              <a:t>El admin del equipo acepta por nullifier.</a:t>
            </a:r>
          </a:p>
        </p:txBody>
      </p:sp>
      <p:sp>
        <p:nvSpPr>
          <p:cNvPr name="TextBox 162" id="162"/>
          <p:cNvSpPr txBox="true"/>
          <p:nvPr/>
        </p:nvSpPr>
        <p:spPr>
          <a:xfrm rot="0">
            <a:off x="12330189" y="4033580"/>
            <a:ext cx="985266" cy="630336"/>
          </a:xfrm>
          <a:prstGeom prst="rect">
            <a:avLst/>
          </a:prstGeom>
        </p:spPr>
        <p:txBody>
          <a:bodyPr anchor="t" rtlCol="false" tIns="0" lIns="0" bIns="0" rIns="0">
            <a:spAutoFit/>
          </a:bodyPr>
          <a:lstStyle/>
          <a:p>
            <a:pPr algn="ctr">
              <a:lnSpc>
                <a:spcPts val="4323"/>
              </a:lnSpc>
            </a:pPr>
            <a:r>
              <a:rPr lang="en-US" sz="3602">
                <a:solidFill>
                  <a:srgbClr val="C4ECFF"/>
                </a:solidFill>
                <a:latin typeface="Arimo"/>
                <a:ea typeface="Arimo"/>
                <a:cs typeface="Arimo"/>
                <a:sym typeface="Arimo"/>
              </a:rPr>
              <a:t>05</a:t>
            </a:r>
          </a:p>
        </p:txBody>
      </p:sp>
      <p:sp>
        <p:nvSpPr>
          <p:cNvPr name="AutoShape 163" id="163"/>
          <p:cNvSpPr/>
          <p:nvPr/>
        </p:nvSpPr>
        <p:spPr>
          <a:xfrm rot="5301180">
            <a:off x="12443898" y="7213435"/>
            <a:ext cx="663121" cy="0"/>
          </a:xfrm>
          <a:prstGeom prst="line">
            <a:avLst/>
          </a:prstGeom>
          <a:ln cap="rnd" w="9525">
            <a:solidFill>
              <a:srgbClr val="808080"/>
            </a:solidFill>
            <a:prstDash val="solid"/>
            <a:headEnd type="none" len="sm" w="sm"/>
            <a:tailEnd type="oval" len="lg" w="lg"/>
          </a:ln>
        </p:spPr>
      </p:sp>
      <p:sp>
        <p:nvSpPr>
          <p:cNvPr name="TextBox 164" id="164"/>
          <p:cNvSpPr txBox="true"/>
          <p:nvPr/>
        </p:nvSpPr>
        <p:spPr>
          <a:xfrm rot="0">
            <a:off x="11610908" y="7795993"/>
            <a:ext cx="2329110" cy="342157"/>
          </a:xfrm>
          <a:prstGeom prst="rect">
            <a:avLst/>
          </a:prstGeom>
        </p:spPr>
        <p:txBody>
          <a:bodyPr anchor="t" rtlCol="false" tIns="0" lIns="0" bIns="0" rIns="0">
            <a:spAutoFit/>
          </a:bodyPr>
          <a:lstStyle/>
          <a:p>
            <a:pPr algn="ctr">
              <a:lnSpc>
                <a:spcPts val="2341"/>
              </a:lnSpc>
            </a:pPr>
            <a:r>
              <a:rPr lang="en-US" sz="1951">
                <a:solidFill>
                  <a:srgbClr val="C4ECFF"/>
                </a:solidFill>
                <a:latin typeface="Arimo"/>
                <a:ea typeface="Arimo"/>
                <a:cs typeface="Arimo"/>
                <a:sym typeface="Arimo"/>
              </a:rPr>
              <a:t>REVEAL</a:t>
            </a:r>
          </a:p>
        </p:txBody>
      </p:sp>
      <p:sp>
        <p:nvSpPr>
          <p:cNvPr name="TextBox 165" id="165"/>
          <p:cNvSpPr txBox="true"/>
          <p:nvPr/>
        </p:nvSpPr>
        <p:spPr>
          <a:xfrm rot="0">
            <a:off x="11356962" y="8157515"/>
            <a:ext cx="2837002" cy="1082897"/>
          </a:xfrm>
          <a:prstGeom prst="rect">
            <a:avLst/>
          </a:prstGeom>
        </p:spPr>
        <p:txBody>
          <a:bodyPr anchor="t" rtlCol="false" tIns="0" lIns="0" bIns="0" rIns="0">
            <a:spAutoFit/>
          </a:bodyPr>
          <a:lstStyle/>
          <a:p>
            <a:pPr algn="ctr">
              <a:lnSpc>
                <a:spcPts val="2810"/>
              </a:lnSpc>
            </a:pPr>
            <a:r>
              <a:rPr lang="en-US" sz="1801">
                <a:solidFill>
                  <a:srgbClr val="C2C5CC"/>
                </a:solidFill>
                <a:latin typeface="Roboto"/>
                <a:ea typeface="Roboto"/>
                <a:cs typeface="Roboto"/>
                <a:sym typeface="Roboto"/>
              </a:rPr>
              <a:t>Equipo completo o bloque límite: se congela y se guarda rosterRoot.</a:t>
            </a:r>
          </a:p>
        </p:txBody>
      </p:sp>
      <p:sp>
        <p:nvSpPr>
          <p:cNvPr name="TextBox 166" id="166"/>
          <p:cNvSpPr txBox="true"/>
          <p:nvPr/>
        </p:nvSpPr>
        <p:spPr>
          <a:xfrm rot="0">
            <a:off x="14768055" y="7094639"/>
            <a:ext cx="985266" cy="630336"/>
          </a:xfrm>
          <a:prstGeom prst="rect">
            <a:avLst/>
          </a:prstGeom>
        </p:spPr>
        <p:txBody>
          <a:bodyPr anchor="t" rtlCol="false" tIns="0" lIns="0" bIns="0" rIns="0">
            <a:spAutoFit/>
          </a:bodyPr>
          <a:lstStyle/>
          <a:p>
            <a:pPr algn="ctr">
              <a:lnSpc>
                <a:spcPts val="4323"/>
              </a:lnSpc>
            </a:pPr>
            <a:r>
              <a:rPr lang="en-US" sz="3602">
                <a:solidFill>
                  <a:srgbClr val="C4ECFF"/>
                </a:solidFill>
                <a:latin typeface="Arimo"/>
                <a:ea typeface="Arimo"/>
                <a:cs typeface="Arimo"/>
                <a:sym typeface="Arimo"/>
              </a:rPr>
              <a:t>06</a:t>
            </a:r>
          </a:p>
        </p:txBody>
      </p:sp>
      <p:sp>
        <p:nvSpPr>
          <p:cNvPr name="AutoShape 167" id="167"/>
          <p:cNvSpPr/>
          <p:nvPr/>
        </p:nvSpPr>
        <p:spPr>
          <a:xfrm rot="5287380">
            <a:off x="14915378" y="4548388"/>
            <a:ext cx="582178" cy="0"/>
          </a:xfrm>
          <a:prstGeom prst="line">
            <a:avLst/>
          </a:prstGeom>
          <a:ln cap="rnd" w="9525">
            <a:solidFill>
              <a:srgbClr val="808080"/>
            </a:solidFill>
            <a:prstDash val="solid"/>
            <a:headEnd type="oval" len="lg" w="lg"/>
            <a:tailEnd type="none" len="sm" w="sm"/>
          </a:ln>
        </p:spPr>
      </p:sp>
      <p:sp>
        <p:nvSpPr>
          <p:cNvPr name="TextBox 168" id="168"/>
          <p:cNvSpPr txBox="true"/>
          <p:nvPr/>
        </p:nvSpPr>
        <p:spPr>
          <a:xfrm rot="0">
            <a:off x="14054261" y="2703386"/>
            <a:ext cx="2329110" cy="343529"/>
          </a:xfrm>
          <a:prstGeom prst="rect">
            <a:avLst/>
          </a:prstGeom>
        </p:spPr>
        <p:txBody>
          <a:bodyPr anchor="t" rtlCol="false" tIns="0" lIns="0" bIns="0" rIns="0">
            <a:spAutoFit/>
          </a:bodyPr>
          <a:lstStyle/>
          <a:p>
            <a:pPr algn="ctr">
              <a:lnSpc>
                <a:spcPts val="2341"/>
              </a:lnSpc>
            </a:pPr>
            <a:r>
              <a:rPr lang="en-US" sz="1951">
                <a:solidFill>
                  <a:srgbClr val="C4ECFF"/>
                </a:solidFill>
                <a:latin typeface="Arimo"/>
                <a:ea typeface="Arimo"/>
                <a:cs typeface="Arimo"/>
                <a:sym typeface="Arimo"/>
              </a:rPr>
              <a:t>CLAIM</a:t>
            </a:r>
          </a:p>
        </p:txBody>
      </p:sp>
      <p:sp>
        <p:nvSpPr>
          <p:cNvPr name="TextBox 169" id="169"/>
          <p:cNvSpPr txBox="true"/>
          <p:nvPr/>
        </p:nvSpPr>
        <p:spPr>
          <a:xfrm rot="0">
            <a:off x="13800315" y="3058030"/>
            <a:ext cx="2837002" cy="1082897"/>
          </a:xfrm>
          <a:prstGeom prst="rect">
            <a:avLst/>
          </a:prstGeom>
        </p:spPr>
        <p:txBody>
          <a:bodyPr anchor="t" rtlCol="false" tIns="0" lIns="0" bIns="0" rIns="0">
            <a:spAutoFit/>
          </a:bodyPr>
          <a:lstStyle/>
          <a:p>
            <a:pPr algn="ctr">
              <a:lnSpc>
                <a:spcPts val="2810"/>
              </a:lnSpc>
            </a:pPr>
            <a:r>
              <a:rPr lang="en-US" sz="1801">
                <a:solidFill>
                  <a:srgbClr val="C2C5CC"/>
                </a:solidFill>
                <a:latin typeface="Roboto"/>
                <a:ea typeface="Roboto"/>
                <a:cs typeface="Roboto"/>
                <a:sym typeface="Roboto"/>
              </a:rPr>
              <a:t>Mint del NFT a la dirección comprometida; cualquiera puede pagar el gas.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15244439" y="3477892"/>
            <a:ext cx="1227630" cy="1227630"/>
            <a:chOff x="0" y="0"/>
            <a:chExt cx="1636840" cy="1636840"/>
          </a:xfrm>
        </p:grpSpPr>
        <p:sp>
          <p:nvSpPr>
            <p:cNvPr name="Freeform 55" id="55"/>
            <p:cNvSpPr/>
            <p:nvPr/>
          </p:nvSpPr>
          <p:spPr>
            <a:xfrm flipH="false" flipV="false" rot="0">
              <a:off x="0" y="0"/>
              <a:ext cx="1636776" cy="1636776"/>
            </a:xfrm>
            <a:custGeom>
              <a:avLst/>
              <a:gdLst/>
              <a:ahLst/>
              <a:cxnLst/>
              <a:rect r="r" b="b" t="t" l="l"/>
              <a:pathLst>
                <a:path h="1636776" w="1636776">
                  <a:moveTo>
                    <a:pt x="1636776" y="0"/>
                  </a:moveTo>
                  <a:lnTo>
                    <a:pt x="1636776" y="818388"/>
                  </a:lnTo>
                  <a:lnTo>
                    <a:pt x="818388" y="1636776"/>
                  </a:lnTo>
                  <a:lnTo>
                    <a:pt x="0" y="1636776"/>
                  </a:lnTo>
                  <a:close/>
                </a:path>
              </a:pathLst>
            </a:custGeom>
            <a:solidFill>
              <a:srgbClr val="2634AC">
                <a:alpha val="63922"/>
              </a:srgbClr>
            </a:solidFill>
          </p:spPr>
        </p:sp>
      </p:grpSp>
      <p:grpSp>
        <p:nvGrpSpPr>
          <p:cNvPr name="Group 56" id="56"/>
          <p:cNvGrpSpPr/>
          <p:nvPr/>
        </p:nvGrpSpPr>
        <p:grpSpPr>
          <a:xfrm rot="0">
            <a:off x="14630629" y="2864082"/>
            <a:ext cx="1841440" cy="1841440"/>
            <a:chOff x="0" y="0"/>
            <a:chExt cx="2455253" cy="2455253"/>
          </a:xfrm>
        </p:grpSpPr>
        <p:sp>
          <p:nvSpPr>
            <p:cNvPr name="Freeform 57" id="57"/>
            <p:cNvSpPr/>
            <p:nvPr/>
          </p:nvSpPr>
          <p:spPr>
            <a:xfrm flipH="false" flipV="false" rot="0">
              <a:off x="0" y="0"/>
              <a:ext cx="2455291" cy="2455291"/>
            </a:xfrm>
            <a:custGeom>
              <a:avLst/>
              <a:gdLst/>
              <a:ahLst/>
              <a:cxnLst/>
              <a:rect r="r" b="b" t="t" l="l"/>
              <a:pathLst>
                <a:path h="2455291" w="2455291">
                  <a:moveTo>
                    <a:pt x="2455291" y="0"/>
                  </a:moveTo>
                  <a:lnTo>
                    <a:pt x="2455291" y="1391285"/>
                  </a:lnTo>
                  <a:lnTo>
                    <a:pt x="1391285" y="2455291"/>
                  </a:lnTo>
                  <a:lnTo>
                    <a:pt x="0" y="2455291"/>
                  </a:lnTo>
                  <a:close/>
                </a:path>
              </a:pathLst>
            </a:custGeom>
            <a:solidFill>
              <a:srgbClr val="252EA1">
                <a:alpha val="44706"/>
              </a:srgbClr>
            </a:solidFill>
          </p:spPr>
        </p:sp>
      </p:grpSp>
      <p:grpSp>
        <p:nvGrpSpPr>
          <p:cNvPr name="Group 58" id="58"/>
          <p:cNvGrpSpPr/>
          <p:nvPr/>
        </p:nvGrpSpPr>
        <p:grpSpPr>
          <a:xfrm rot="0">
            <a:off x="14016819" y="2250272"/>
            <a:ext cx="2455250" cy="2455250"/>
            <a:chOff x="0" y="0"/>
            <a:chExt cx="3273666" cy="3273666"/>
          </a:xfrm>
        </p:grpSpPr>
        <p:sp>
          <p:nvSpPr>
            <p:cNvPr name="Freeform 59" id="59"/>
            <p:cNvSpPr/>
            <p:nvPr/>
          </p:nvSpPr>
          <p:spPr>
            <a:xfrm flipH="false" flipV="false" rot="0">
              <a:off x="0" y="0"/>
              <a:ext cx="3273679" cy="3273679"/>
            </a:xfrm>
            <a:custGeom>
              <a:avLst/>
              <a:gdLst/>
              <a:ahLst/>
              <a:cxnLst/>
              <a:rect r="r" b="b" t="t" l="l"/>
              <a:pathLst>
                <a:path h="3273679" w="3273679">
                  <a:moveTo>
                    <a:pt x="3273679" y="0"/>
                  </a:moveTo>
                  <a:lnTo>
                    <a:pt x="3273679" y="1391285"/>
                  </a:lnTo>
                  <a:lnTo>
                    <a:pt x="1391285" y="3273679"/>
                  </a:lnTo>
                  <a:lnTo>
                    <a:pt x="0" y="3273679"/>
                  </a:lnTo>
                  <a:close/>
                </a:path>
              </a:pathLst>
            </a:custGeom>
            <a:solidFill>
              <a:srgbClr val="242796">
                <a:alpha val="29020"/>
              </a:srgbClr>
            </a:solidFill>
          </p:spPr>
        </p:sp>
      </p:grpSp>
      <p:grpSp>
        <p:nvGrpSpPr>
          <p:cNvPr name="Group 60" id="60"/>
          <p:cNvGrpSpPr/>
          <p:nvPr/>
        </p:nvGrpSpPr>
        <p:grpSpPr>
          <a:xfrm rot="0">
            <a:off x="13402999" y="1636452"/>
            <a:ext cx="3069069" cy="3069069"/>
            <a:chOff x="0" y="0"/>
            <a:chExt cx="4092092" cy="4092092"/>
          </a:xfrm>
        </p:grpSpPr>
        <p:sp>
          <p:nvSpPr>
            <p:cNvPr name="Freeform 61" id="61"/>
            <p:cNvSpPr/>
            <p:nvPr/>
          </p:nvSpPr>
          <p:spPr>
            <a:xfrm flipH="false" flipV="false" rot="0">
              <a:off x="0" y="0"/>
              <a:ext cx="4092067" cy="4092067"/>
            </a:xfrm>
            <a:custGeom>
              <a:avLst/>
              <a:gdLst/>
              <a:ahLst/>
              <a:cxnLst/>
              <a:rect r="r" b="b" t="t" l="l"/>
              <a:pathLst>
                <a:path h="4092067" w="4092067">
                  <a:moveTo>
                    <a:pt x="4092067" y="0"/>
                  </a:moveTo>
                  <a:lnTo>
                    <a:pt x="4092067" y="1391285"/>
                  </a:lnTo>
                  <a:lnTo>
                    <a:pt x="1391285" y="4092067"/>
                  </a:lnTo>
                  <a:lnTo>
                    <a:pt x="0" y="4092067"/>
                  </a:lnTo>
                  <a:close/>
                </a:path>
              </a:pathLst>
            </a:custGeom>
            <a:solidFill>
              <a:srgbClr val="23218A">
                <a:alpha val="15686"/>
              </a:srgbClr>
            </a:solidFill>
          </p:spPr>
        </p:sp>
      </p:grpSp>
      <p:grpSp>
        <p:nvGrpSpPr>
          <p:cNvPr name="Group 62" id="62"/>
          <p:cNvGrpSpPr/>
          <p:nvPr/>
        </p:nvGrpSpPr>
        <p:grpSpPr>
          <a:xfrm rot="0">
            <a:off x="12789189" y="1022642"/>
            <a:ext cx="3682879" cy="3682879"/>
            <a:chOff x="0" y="0"/>
            <a:chExt cx="4910506" cy="4910506"/>
          </a:xfrm>
        </p:grpSpPr>
        <p:sp>
          <p:nvSpPr>
            <p:cNvPr name="Freeform 63" id="63"/>
            <p:cNvSpPr/>
            <p:nvPr/>
          </p:nvSpPr>
          <p:spPr>
            <a:xfrm flipH="false" flipV="false" rot="0">
              <a:off x="0" y="0"/>
              <a:ext cx="4910455" cy="4910455"/>
            </a:xfrm>
            <a:custGeom>
              <a:avLst/>
              <a:gdLst/>
              <a:ahLst/>
              <a:cxnLst/>
              <a:rect r="r" b="b" t="t" l="l"/>
              <a:pathLst>
                <a:path h="4910455" w="4910455">
                  <a:moveTo>
                    <a:pt x="4910455" y="0"/>
                  </a:moveTo>
                  <a:lnTo>
                    <a:pt x="4910455" y="1391285"/>
                  </a:lnTo>
                  <a:lnTo>
                    <a:pt x="1391285" y="4910455"/>
                  </a:lnTo>
                  <a:lnTo>
                    <a:pt x="0" y="4910455"/>
                  </a:lnTo>
                  <a:close/>
                </a:path>
              </a:pathLst>
            </a:custGeom>
            <a:solidFill>
              <a:srgbClr val="211A7F">
                <a:alpha val="7059"/>
              </a:srgbClr>
            </a:solidFill>
          </p:spPr>
        </p:sp>
      </p:grpSp>
      <p:grpSp>
        <p:nvGrpSpPr>
          <p:cNvPr name="Group 64" id="64"/>
          <p:cNvGrpSpPr/>
          <p:nvPr/>
        </p:nvGrpSpPr>
        <p:grpSpPr>
          <a:xfrm rot="0">
            <a:off x="12789189" y="1022642"/>
            <a:ext cx="3682879" cy="3682879"/>
            <a:chOff x="0" y="0"/>
            <a:chExt cx="4910506" cy="4910506"/>
          </a:xfrm>
        </p:grpSpPr>
        <p:sp>
          <p:nvSpPr>
            <p:cNvPr name="Freeform 65" id="65"/>
            <p:cNvSpPr/>
            <p:nvPr/>
          </p:nvSpPr>
          <p:spPr>
            <a:xfrm flipH="false" flipV="false" rot="0">
              <a:off x="0" y="0"/>
              <a:ext cx="4910455" cy="4910455"/>
            </a:xfrm>
            <a:custGeom>
              <a:avLst/>
              <a:gdLst/>
              <a:ahLst/>
              <a:cxnLst/>
              <a:rect r="r" b="b" t="t" l="l"/>
              <a:pathLst>
                <a:path h="4910455" w="4910455">
                  <a:moveTo>
                    <a:pt x="4092067" y="0"/>
                  </a:moveTo>
                  <a:lnTo>
                    <a:pt x="4910455" y="0"/>
                  </a:lnTo>
                  <a:lnTo>
                    <a:pt x="4910455" y="572897"/>
                  </a:lnTo>
                  <a:lnTo>
                    <a:pt x="572897" y="4910455"/>
                  </a:lnTo>
                  <a:lnTo>
                    <a:pt x="0" y="4910455"/>
                  </a:lnTo>
                  <a:lnTo>
                    <a:pt x="0" y="4092067"/>
                  </a:lnTo>
                  <a:close/>
                </a:path>
              </a:pathLst>
            </a:custGeom>
            <a:solidFill>
              <a:srgbClr val="201474">
                <a:alpha val="1569"/>
              </a:srgbClr>
            </a:solidFill>
          </p:spPr>
        </p:sp>
      </p:grpSp>
      <p:grpSp>
        <p:nvGrpSpPr>
          <p:cNvPr name="Group 66" id="66"/>
          <p:cNvGrpSpPr/>
          <p:nvPr/>
        </p:nvGrpSpPr>
        <p:grpSpPr>
          <a:xfrm rot="0">
            <a:off x="12789189" y="1022642"/>
            <a:ext cx="3498733" cy="3498733"/>
            <a:chOff x="0" y="0"/>
            <a:chExt cx="4664977" cy="4664977"/>
          </a:xfrm>
        </p:grpSpPr>
        <p:sp>
          <p:nvSpPr>
            <p:cNvPr name="Freeform 67" id="67"/>
            <p:cNvSpPr/>
            <p:nvPr/>
          </p:nvSpPr>
          <p:spPr>
            <a:xfrm flipH="false" flipV="false" rot="0">
              <a:off x="0" y="0"/>
              <a:ext cx="4664964" cy="4664964"/>
            </a:xfrm>
            <a:custGeom>
              <a:avLst/>
              <a:gdLst/>
              <a:ahLst/>
              <a:cxnLst/>
              <a:rect r="r" b="b" t="t" l="l"/>
              <a:pathLst>
                <a:path h="4664964" w="4664964">
                  <a:moveTo>
                    <a:pt x="3273679" y="0"/>
                  </a:moveTo>
                  <a:lnTo>
                    <a:pt x="4664964" y="0"/>
                  </a:lnTo>
                  <a:lnTo>
                    <a:pt x="0" y="4664964"/>
                  </a:lnTo>
                  <a:lnTo>
                    <a:pt x="0" y="3273679"/>
                  </a:lnTo>
                  <a:close/>
                </a:path>
              </a:pathLst>
            </a:custGeom>
            <a:solidFill>
              <a:srgbClr val="1F0D69">
                <a:alpha val="0"/>
              </a:srgbClr>
            </a:solidFill>
          </p:spPr>
        </p:sp>
      </p:grpSp>
      <p:grpSp>
        <p:nvGrpSpPr>
          <p:cNvPr name="Group 68" id="68"/>
          <p:cNvGrpSpPr/>
          <p:nvPr/>
        </p:nvGrpSpPr>
        <p:grpSpPr>
          <a:xfrm rot="0">
            <a:off x="16813863" y="2903201"/>
            <a:ext cx="573776" cy="573776"/>
            <a:chOff x="0" y="0"/>
            <a:chExt cx="765035" cy="765035"/>
          </a:xfrm>
        </p:grpSpPr>
        <p:sp>
          <p:nvSpPr>
            <p:cNvPr name="Freeform 69" id="69"/>
            <p:cNvSpPr/>
            <p:nvPr/>
          </p:nvSpPr>
          <p:spPr>
            <a:xfrm flipH="false" flipV="false" rot="0">
              <a:off x="0" y="0"/>
              <a:ext cx="765048" cy="765048"/>
            </a:xfrm>
            <a:custGeom>
              <a:avLst/>
              <a:gdLst/>
              <a:ahLst/>
              <a:cxnLst/>
              <a:rect r="r" b="b" t="t" l="l"/>
              <a:pathLst>
                <a:path h="765048" w="765048">
                  <a:moveTo>
                    <a:pt x="765048" y="0"/>
                  </a:moveTo>
                  <a:lnTo>
                    <a:pt x="765048" y="382524"/>
                  </a:lnTo>
                  <a:lnTo>
                    <a:pt x="382524" y="765048"/>
                  </a:lnTo>
                  <a:lnTo>
                    <a:pt x="0" y="765048"/>
                  </a:lnTo>
                  <a:close/>
                </a:path>
              </a:pathLst>
            </a:custGeom>
            <a:solidFill>
              <a:srgbClr val="2634AC">
                <a:alpha val="63922"/>
              </a:srgbClr>
            </a:solidFill>
          </p:spPr>
        </p:sp>
      </p:grpSp>
      <p:grpSp>
        <p:nvGrpSpPr>
          <p:cNvPr name="Group 70" id="70"/>
          <p:cNvGrpSpPr/>
          <p:nvPr/>
        </p:nvGrpSpPr>
        <p:grpSpPr>
          <a:xfrm rot="0">
            <a:off x="16526980" y="2616317"/>
            <a:ext cx="860669" cy="860669"/>
            <a:chOff x="0" y="0"/>
            <a:chExt cx="1147559" cy="1147559"/>
          </a:xfrm>
        </p:grpSpPr>
        <p:sp>
          <p:nvSpPr>
            <p:cNvPr name="Freeform 71" id="71"/>
            <p:cNvSpPr/>
            <p:nvPr/>
          </p:nvSpPr>
          <p:spPr>
            <a:xfrm flipH="false" flipV="false" rot="0">
              <a:off x="0" y="0"/>
              <a:ext cx="1147572" cy="1147572"/>
            </a:xfrm>
            <a:custGeom>
              <a:avLst/>
              <a:gdLst/>
              <a:ahLst/>
              <a:cxnLst/>
              <a:rect r="r" b="b" t="t" l="l"/>
              <a:pathLst>
                <a:path h="1147572" w="1147572">
                  <a:moveTo>
                    <a:pt x="1147572" y="0"/>
                  </a:moveTo>
                  <a:lnTo>
                    <a:pt x="1147572" y="650240"/>
                  </a:lnTo>
                  <a:lnTo>
                    <a:pt x="650240" y="1147572"/>
                  </a:lnTo>
                  <a:lnTo>
                    <a:pt x="0" y="1147572"/>
                  </a:lnTo>
                  <a:close/>
                </a:path>
              </a:pathLst>
            </a:custGeom>
            <a:solidFill>
              <a:srgbClr val="252EA1">
                <a:alpha val="44706"/>
              </a:srgbClr>
            </a:solidFill>
          </p:spPr>
        </p:sp>
      </p:grpSp>
      <p:grpSp>
        <p:nvGrpSpPr>
          <p:cNvPr name="Group 72" id="72"/>
          <p:cNvGrpSpPr/>
          <p:nvPr/>
        </p:nvGrpSpPr>
        <p:grpSpPr>
          <a:xfrm rot="0">
            <a:off x="16240087" y="2329424"/>
            <a:ext cx="1147553" cy="1147553"/>
            <a:chOff x="0" y="0"/>
            <a:chExt cx="1530071" cy="1530071"/>
          </a:xfrm>
        </p:grpSpPr>
        <p:sp>
          <p:nvSpPr>
            <p:cNvPr name="Freeform 73" id="73"/>
            <p:cNvSpPr/>
            <p:nvPr/>
          </p:nvSpPr>
          <p:spPr>
            <a:xfrm flipH="false" flipV="false" rot="0">
              <a:off x="0" y="0"/>
              <a:ext cx="1530096" cy="1530096"/>
            </a:xfrm>
            <a:custGeom>
              <a:avLst/>
              <a:gdLst/>
              <a:ahLst/>
              <a:cxnLst/>
              <a:rect r="r" b="b" t="t" l="l"/>
              <a:pathLst>
                <a:path h="1530096" w="1530096">
                  <a:moveTo>
                    <a:pt x="1530096" y="0"/>
                  </a:moveTo>
                  <a:lnTo>
                    <a:pt x="1530096" y="650240"/>
                  </a:lnTo>
                  <a:lnTo>
                    <a:pt x="650240" y="1530096"/>
                  </a:lnTo>
                  <a:lnTo>
                    <a:pt x="0" y="1530096"/>
                  </a:lnTo>
                  <a:close/>
                </a:path>
              </a:pathLst>
            </a:custGeom>
            <a:solidFill>
              <a:srgbClr val="242796">
                <a:alpha val="29020"/>
              </a:srgbClr>
            </a:solidFill>
          </p:spPr>
        </p:sp>
      </p:grpSp>
      <p:grpSp>
        <p:nvGrpSpPr>
          <p:cNvPr name="Group 74" id="74"/>
          <p:cNvGrpSpPr/>
          <p:nvPr/>
        </p:nvGrpSpPr>
        <p:grpSpPr>
          <a:xfrm rot="0">
            <a:off x="15953203" y="2042531"/>
            <a:ext cx="1434446" cy="1434446"/>
            <a:chOff x="0" y="0"/>
            <a:chExt cx="1912595" cy="1912595"/>
          </a:xfrm>
        </p:grpSpPr>
        <p:sp>
          <p:nvSpPr>
            <p:cNvPr name="Freeform 75" id="75"/>
            <p:cNvSpPr/>
            <p:nvPr/>
          </p:nvSpPr>
          <p:spPr>
            <a:xfrm flipH="false" flipV="false" rot="0">
              <a:off x="0" y="0"/>
              <a:ext cx="1912620" cy="1912620"/>
            </a:xfrm>
            <a:custGeom>
              <a:avLst/>
              <a:gdLst/>
              <a:ahLst/>
              <a:cxnLst/>
              <a:rect r="r" b="b" t="t" l="l"/>
              <a:pathLst>
                <a:path h="1912620" w="1912620">
                  <a:moveTo>
                    <a:pt x="1912620" y="0"/>
                  </a:moveTo>
                  <a:lnTo>
                    <a:pt x="1912620" y="650240"/>
                  </a:lnTo>
                  <a:lnTo>
                    <a:pt x="650240" y="1912620"/>
                  </a:lnTo>
                  <a:lnTo>
                    <a:pt x="0" y="1912620"/>
                  </a:lnTo>
                  <a:close/>
                </a:path>
              </a:pathLst>
            </a:custGeom>
            <a:solidFill>
              <a:srgbClr val="23218A">
                <a:alpha val="15686"/>
              </a:srgbClr>
            </a:solidFill>
          </p:spPr>
        </p:sp>
      </p:grpSp>
      <p:grpSp>
        <p:nvGrpSpPr>
          <p:cNvPr name="Group 76" id="76"/>
          <p:cNvGrpSpPr/>
          <p:nvPr/>
        </p:nvGrpSpPr>
        <p:grpSpPr>
          <a:xfrm rot="0">
            <a:off x="15666310" y="1755648"/>
            <a:ext cx="1721329" cy="1721329"/>
            <a:chOff x="0" y="0"/>
            <a:chExt cx="2295106" cy="2295106"/>
          </a:xfrm>
        </p:grpSpPr>
        <p:sp>
          <p:nvSpPr>
            <p:cNvPr name="Freeform 77" id="77"/>
            <p:cNvSpPr/>
            <p:nvPr/>
          </p:nvSpPr>
          <p:spPr>
            <a:xfrm flipH="false" flipV="false" rot="0">
              <a:off x="0" y="0"/>
              <a:ext cx="2295144" cy="2295144"/>
            </a:xfrm>
            <a:custGeom>
              <a:avLst/>
              <a:gdLst/>
              <a:ahLst/>
              <a:cxnLst/>
              <a:rect r="r" b="b" t="t" l="l"/>
              <a:pathLst>
                <a:path h="2295144" w="2295144">
                  <a:moveTo>
                    <a:pt x="2295144" y="0"/>
                  </a:moveTo>
                  <a:lnTo>
                    <a:pt x="2295144" y="650240"/>
                  </a:lnTo>
                  <a:lnTo>
                    <a:pt x="650240" y="2295144"/>
                  </a:lnTo>
                  <a:lnTo>
                    <a:pt x="0" y="2295144"/>
                  </a:lnTo>
                  <a:close/>
                </a:path>
              </a:pathLst>
            </a:custGeom>
            <a:solidFill>
              <a:srgbClr val="211A7F">
                <a:alpha val="7059"/>
              </a:srgbClr>
            </a:solidFill>
          </p:spPr>
        </p:sp>
      </p:grpSp>
      <p:grpSp>
        <p:nvGrpSpPr>
          <p:cNvPr name="Group 78" id="78"/>
          <p:cNvGrpSpPr/>
          <p:nvPr/>
        </p:nvGrpSpPr>
        <p:grpSpPr>
          <a:xfrm rot="0">
            <a:off x="15666310" y="1755648"/>
            <a:ext cx="1721329" cy="1721329"/>
            <a:chOff x="0" y="0"/>
            <a:chExt cx="2295106" cy="2295106"/>
          </a:xfrm>
        </p:grpSpPr>
        <p:sp>
          <p:nvSpPr>
            <p:cNvPr name="Freeform 79" id="79"/>
            <p:cNvSpPr/>
            <p:nvPr/>
          </p:nvSpPr>
          <p:spPr>
            <a:xfrm flipH="false" flipV="false" rot="0">
              <a:off x="0" y="0"/>
              <a:ext cx="2295144" cy="2295144"/>
            </a:xfrm>
            <a:custGeom>
              <a:avLst/>
              <a:gdLst/>
              <a:ahLst/>
              <a:cxnLst/>
              <a:rect r="r" b="b" t="t" l="l"/>
              <a:pathLst>
                <a:path h="2295144" w="2295144">
                  <a:moveTo>
                    <a:pt x="1912620" y="0"/>
                  </a:moveTo>
                  <a:lnTo>
                    <a:pt x="2295144" y="0"/>
                  </a:lnTo>
                  <a:lnTo>
                    <a:pt x="2295144" y="267716"/>
                  </a:lnTo>
                  <a:lnTo>
                    <a:pt x="267716" y="2295144"/>
                  </a:lnTo>
                  <a:lnTo>
                    <a:pt x="0" y="2295144"/>
                  </a:lnTo>
                  <a:lnTo>
                    <a:pt x="0" y="1912620"/>
                  </a:lnTo>
                  <a:close/>
                </a:path>
              </a:pathLst>
            </a:custGeom>
            <a:solidFill>
              <a:srgbClr val="201474">
                <a:alpha val="1569"/>
              </a:srgbClr>
            </a:solidFill>
          </p:spPr>
        </p:sp>
      </p:grpSp>
      <p:grpSp>
        <p:nvGrpSpPr>
          <p:cNvPr name="Group 80" id="80"/>
          <p:cNvGrpSpPr/>
          <p:nvPr/>
        </p:nvGrpSpPr>
        <p:grpSpPr>
          <a:xfrm rot="0">
            <a:off x="15666310" y="1755648"/>
            <a:ext cx="1635262" cy="1635262"/>
            <a:chOff x="0" y="0"/>
            <a:chExt cx="2180349" cy="2180349"/>
          </a:xfrm>
        </p:grpSpPr>
        <p:sp>
          <p:nvSpPr>
            <p:cNvPr name="Freeform 81" id="81"/>
            <p:cNvSpPr/>
            <p:nvPr/>
          </p:nvSpPr>
          <p:spPr>
            <a:xfrm flipH="false" flipV="false" rot="0">
              <a:off x="0" y="0"/>
              <a:ext cx="2180336" cy="2180336"/>
            </a:xfrm>
            <a:custGeom>
              <a:avLst/>
              <a:gdLst/>
              <a:ahLst/>
              <a:cxnLst/>
              <a:rect r="r" b="b" t="t" l="l"/>
              <a:pathLst>
                <a:path h="2180336" w="2180336">
                  <a:moveTo>
                    <a:pt x="1530096" y="0"/>
                  </a:moveTo>
                  <a:lnTo>
                    <a:pt x="2180336" y="0"/>
                  </a:lnTo>
                  <a:lnTo>
                    <a:pt x="0" y="2180336"/>
                  </a:lnTo>
                  <a:lnTo>
                    <a:pt x="0" y="1530096"/>
                  </a:lnTo>
                  <a:close/>
                </a:path>
              </a:pathLst>
            </a:custGeom>
            <a:solidFill>
              <a:srgbClr val="1F0D69">
                <a:alpha val="0"/>
              </a:srgbClr>
            </a:solidFill>
          </p:spPr>
        </p:sp>
      </p:grpSp>
      <p:grpSp>
        <p:nvGrpSpPr>
          <p:cNvPr name="Group 82" id="82"/>
          <p:cNvGrpSpPr/>
          <p:nvPr/>
        </p:nvGrpSpPr>
        <p:grpSpPr>
          <a:xfrm rot="0">
            <a:off x="547897" y="373570"/>
            <a:ext cx="418252" cy="494300"/>
            <a:chOff x="0" y="0"/>
            <a:chExt cx="557670" cy="659066"/>
          </a:xfrm>
        </p:grpSpPr>
        <p:sp>
          <p:nvSpPr>
            <p:cNvPr name="Freeform 83" id="83"/>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84" id="84"/>
          <p:cNvGrpSpPr/>
          <p:nvPr/>
        </p:nvGrpSpPr>
        <p:grpSpPr>
          <a:xfrm rot="0">
            <a:off x="547897" y="373570"/>
            <a:ext cx="418252" cy="494300"/>
            <a:chOff x="0" y="0"/>
            <a:chExt cx="557670" cy="659066"/>
          </a:xfrm>
        </p:grpSpPr>
        <p:sp>
          <p:nvSpPr>
            <p:cNvPr name="Freeform 85" id="85"/>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86" id="86"/>
          <p:cNvGrpSpPr/>
          <p:nvPr/>
        </p:nvGrpSpPr>
        <p:grpSpPr>
          <a:xfrm rot="0">
            <a:off x="547897" y="373570"/>
            <a:ext cx="418252" cy="494300"/>
            <a:chOff x="0" y="0"/>
            <a:chExt cx="557670" cy="659066"/>
          </a:xfrm>
        </p:grpSpPr>
        <p:sp>
          <p:nvSpPr>
            <p:cNvPr name="Freeform 87" id="87"/>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88" id="88"/>
          <p:cNvGrpSpPr/>
          <p:nvPr/>
        </p:nvGrpSpPr>
        <p:grpSpPr>
          <a:xfrm rot="0">
            <a:off x="547897" y="373570"/>
            <a:ext cx="418252" cy="494300"/>
            <a:chOff x="0" y="0"/>
            <a:chExt cx="557670" cy="659066"/>
          </a:xfrm>
        </p:grpSpPr>
        <p:sp>
          <p:nvSpPr>
            <p:cNvPr name="Freeform 89" id="89"/>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90" id="90"/>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91" id="91"/>
          <p:cNvSpPr txBox="true"/>
          <p:nvPr/>
        </p:nvSpPr>
        <p:spPr>
          <a:xfrm rot="0">
            <a:off x="1523133" y="1634157"/>
            <a:ext cx="6378492" cy="1556890"/>
          </a:xfrm>
          <a:prstGeom prst="rect">
            <a:avLst/>
          </a:prstGeom>
        </p:spPr>
        <p:txBody>
          <a:bodyPr anchor="t" rtlCol="false" tIns="0" lIns="0" bIns="0" rIns="0">
            <a:spAutoFit/>
          </a:bodyPr>
          <a:lstStyle/>
          <a:p>
            <a:pPr algn="l">
              <a:lnSpc>
                <a:spcPts val="6485"/>
              </a:lnSpc>
            </a:pPr>
            <a:r>
              <a:rPr lang="en-US" sz="5404">
                <a:solidFill>
                  <a:srgbClr val="C4ECFF"/>
                </a:solidFill>
                <a:latin typeface="Arimo"/>
                <a:ea typeface="Arimo"/>
                <a:cs typeface="Arimo"/>
                <a:sym typeface="Arimo"/>
              </a:rPr>
              <a:t>Seguridad y calidad</a:t>
            </a:r>
          </a:p>
        </p:txBody>
      </p:sp>
      <p:sp>
        <p:nvSpPr>
          <p:cNvPr name="TextBox 92" id="92"/>
          <p:cNvSpPr txBox="true"/>
          <p:nvPr/>
        </p:nvSpPr>
        <p:spPr>
          <a:xfrm rot="0">
            <a:off x="9383058" y="1637738"/>
            <a:ext cx="6913836" cy="1391326"/>
          </a:xfrm>
          <a:prstGeom prst="rect">
            <a:avLst/>
          </a:prstGeom>
        </p:spPr>
        <p:txBody>
          <a:bodyPr anchor="t" rtlCol="false" tIns="0" lIns="0" bIns="0" rIns="0">
            <a:spAutoFit/>
          </a:bodyPr>
          <a:lstStyle/>
          <a:p>
            <a:pPr algn="l">
              <a:lnSpc>
                <a:spcPts val="3782"/>
              </a:lnSpc>
            </a:pPr>
            <a:r>
              <a:rPr lang="en-US" sz="2101">
                <a:solidFill>
                  <a:srgbClr val="C4ECFF"/>
                </a:solidFill>
                <a:latin typeface="DM Sans"/>
                <a:ea typeface="DM Sans"/>
                <a:cs typeface="DM Sans"/>
                <a:sym typeface="DM Sans"/>
              </a:rPr>
              <a:t>Slither sobre TeamRegistry y TeamCredential (dependencias filtradas), con triage documentado.</a:t>
            </a:r>
          </a:p>
        </p:txBody>
      </p:sp>
      <p:sp>
        <p:nvSpPr>
          <p:cNvPr name="TextBox 93" id="93"/>
          <p:cNvSpPr txBox="true"/>
          <p:nvPr/>
        </p:nvSpPr>
        <p:spPr>
          <a:xfrm rot="0">
            <a:off x="1523133" y="4794885"/>
            <a:ext cx="7504081" cy="4150404"/>
          </a:xfrm>
          <a:prstGeom prst="rect">
            <a:avLst/>
          </a:prstGeom>
        </p:spPr>
        <p:txBody>
          <a:bodyPr anchor="t" rtlCol="false" tIns="0" lIns="0" bIns="0" rIns="0">
            <a:spAutoFit/>
          </a:bodyPr>
          <a:lstStyle/>
          <a:p>
            <a:pPr algn="l">
              <a:lnSpc>
                <a:spcPts val="3782"/>
              </a:lnSpc>
            </a:pPr>
            <a:r>
              <a:rPr lang="en-US" sz="2101" b="true">
                <a:solidFill>
                  <a:srgbClr val="D585DF"/>
                </a:solidFill>
                <a:latin typeface="DM Sans Bold"/>
                <a:ea typeface="DM Sans Bold"/>
                <a:cs typeface="DM Sans Bold"/>
                <a:sym typeface="DM Sans Bold"/>
              </a:rPr>
              <a:t>CEI: </a:t>
            </a:r>
            <a:r>
              <a:rPr lang="en-US" sz="2101">
                <a:solidFill>
                  <a:srgbClr val="C4ECFF"/>
                </a:solidFill>
                <a:latin typeface="DM Sans"/>
                <a:ea typeface="DM Sans"/>
                <a:cs typeface="DM Sans"/>
                <a:sym typeface="DM Sans"/>
              </a:rPr>
              <a:t>claimCredential marca claimed antes del mint</a:t>
            </a:r>
          </a:p>
          <a:p>
            <a:pPr algn="l">
              <a:lnSpc>
                <a:spcPts val="3782"/>
              </a:lnSpc>
            </a:pPr>
            <a:r>
              <a:rPr lang="en-US" sz="2101" b="true">
                <a:solidFill>
                  <a:srgbClr val="D585DF"/>
                </a:solidFill>
                <a:latin typeface="DM Sans Bold"/>
                <a:ea typeface="DM Sans Bold"/>
                <a:cs typeface="DM Sans Bold"/>
                <a:sym typeface="DM Sans Bold"/>
              </a:rPr>
              <a:t>ReentrancyGuardTransient </a:t>
            </a:r>
            <a:r>
              <a:rPr lang="en-US" sz="2101">
                <a:solidFill>
                  <a:srgbClr val="C4ECFF"/>
                </a:solidFill>
                <a:latin typeface="DM Sans"/>
                <a:ea typeface="DM Sans"/>
                <a:cs typeface="DM Sans"/>
                <a:sym typeface="DM Sans"/>
              </a:rPr>
              <a:t>en funciones con llamadas externas</a:t>
            </a:r>
          </a:p>
          <a:p>
            <a:pPr algn="l">
              <a:lnSpc>
                <a:spcPts val="3782"/>
              </a:lnSpc>
            </a:pPr>
            <a:r>
              <a:rPr lang="en-US" sz="2101" b="true">
                <a:solidFill>
                  <a:srgbClr val="D585DF"/>
                </a:solidFill>
                <a:latin typeface="DM Sans Bold"/>
                <a:ea typeface="DM Sans Bold"/>
                <a:cs typeface="DM Sans Bold"/>
                <a:sym typeface="DM Sans Bold"/>
              </a:rPr>
              <a:t>Custom errors y eventos </a:t>
            </a:r>
            <a:r>
              <a:rPr lang="en-US" sz="2101">
                <a:solidFill>
                  <a:srgbClr val="C4ECFF"/>
                </a:solidFill>
                <a:latin typeface="DM Sans"/>
                <a:ea typeface="DM Sans"/>
                <a:cs typeface="DM Sans"/>
                <a:sym typeface="DM Sans"/>
              </a:rPr>
              <a:t>en cada cambio de estado</a:t>
            </a:r>
          </a:p>
          <a:p>
            <a:pPr algn="l">
              <a:lnSpc>
                <a:spcPts val="3782"/>
              </a:lnSpc>
            </a:pPr>
            <a:r>
              <a:rPr lang="en-US" sz="2101" b="true">
                <a:solidFill>
                  <a:srgbClr val="D585DF"/>
                </a:solidFill>
                <a:latin typeface="DM Sans Bold"/>
                <a:ea typeface="DM Sans Bold"/>
                <a:cs typeface="DM Sans Bold"/>
                <a:sym typeface="DM Sans Bold"/>
              </a:rPr>
              <a:t>Nullifier: </a:t>
            </a:r>
            <a:r>
              <a:rPr lang="en-US" sz="2101">
                <a:solidFill>
                  <a:srgbClr val="C4ECFF"/>
                </a:solidFill>
                <a:latin typeface="DM Sans"/>
                <a:ea typeface="DM Sans"/>
                <a:cs typeface="DM Sans"/>
                <a:sym typeface="DM Sans"/>
              </a:rPr>
              <a:t>una identidad aplica una sola vez por equipo</a:t>
            </a:r>
          </a:p>
          <a:p>
            <a:pPr algn="l">
              <a:lnSpc>
                <a:spcPts val="3782"/>
              </a:lnSpc>
            </a:pPr>
            <a:r>
              <a:rPr lang="en-US" sz="2101" b="true">
                <a:solidFill>
                  <a:srgbClr val="D585DF"/>
                </a:solidFill>
                <a:latin typeface="DM Sans Bold"/>
                <a:ea typeface="DM Sans Bold"/>
                <a:cs typeface="DM Sans Bold"/>
                <a:sym typeface="DM Sans Bold"/>
              </a:rPr>
              <a:t>Gas: </a:t>
            </a:r>
            <a:r>
              <a:rPr lang="en-US" sz="2101">
                <a:solidFill>
                  <a:srgbClr val="C4ECFF"/>
                </a:solidFill>
                <a:latin typeface="DM Sans"/>
                <a:ea typeface="DM Sans"/>
                <a:cs typeface="DM Sans"/>
                <a:sym typeface="DM Sans"/>
              </a:rPr>
              <a:t>immutable/constant, slot empaquetado, unchecked, calldata</a:t>
            </a:r>
          </a:p>
          <a:p>
            <a:pPr algn="l">
              <a:lnSpc>
                <a:spcPts val="3782"/>
              </a:lnSpc>
            </a:pPr>
            <a:r>
              <a:rPr lang="en-US" sz="2101" b="true">
                <a:solidFill>
                  <a:srgbClr val="D585DF"/>
                </a:solidFill>
                <a:latin typeface="DM Sans Bold"/>
                <a:ea typeface="DM Sans Bold"/>
                <a:cs typeface="DM Sans Bold"/>
                <a:sym typeface="DM Sans Bold"/>
              </a:rPr>
              <a:t>Sin </a:t>
            </a:r>
            <a:r>
              <a:rPr lang="en-US" sz="2101">
                <a:solidFill>
                  <a:srgbClr val="C4ECFF"/>
                </a:solidFill>
                <a:latin typeface="DM Sans"/>
                <a:ea typeface="DM Sans"/>
                <a:cs typeface="DM Sans"/>
                <a:sym typeface="DM Sans"/>
              </a:rPr>
              <a:t>tx.origin, delegatecall ni selfdestruct</a:t>
            </a:r>
          </a:p>
        </p:txBody>
      </p:sp>
      <p:grpSp>
        <p:nvGrpSpPr>
          <p:cNvPr name="Group 94" id="94"/>
          <p:cNvGrpSpPr/>
          <p:nvPr/>
        </p:nvGrpSpPr>
        <p:grpSpPr>
          <a:xfrm rot="0">
            <a:off x="1873701" y="3946436"/>
            <a:ext cx="5494811" cy="682219"/>
            <a:chOff x="0" y="0"/>
            <a:chExt cx="7326414" cy="909625"/>
          </a:xfrm>
        </p:grpSpPr>
        <p:sp>
          <p:nvSpPr>
            <p:cNvPr name="Freeform 95" id="95"/>
            <p:cNvSpPr/>
            <p:nvPr/>
          </p:nvSpPr>
          <p:spPr>
            <a:xfrm flipH="false" flipV="false" rot="0">
              <a:off x="0" y="0"/>
              <a:ext cx="7326376" cy="909574"/>
            </a:xfrm>
            <a:custGeom>
              <a:avLst/>
              <a:gdLst/>
              <a:ahLst/>
              <a:cxnLst/>
              <a:rect r="r" b="b" t="t" l="l"/>
              <a:pathLst>
                <a:path h="909574" w="7326376">
                  <a:moveTo>
                    <a:pt x="0" y="0"/>
                  </a:moveTo>
                  <a:lnTo>
                    <a:pt x="7326376" y="0"/>
                  </a:lnTo>
                  <a:lnTo>
                    <a:pt x="7326376" y="455676"/>
                  </a:lnTo>
                  <a:lnTo>
                    <a:pt x="6870700" y="909574"/>
                  </a:lnTo>
                  <a:lnTo>
                    <a:pt x="455676" y="909574"/>
                  </a:lnTo>
                  <a:lnTo>
                    <a:pt x="0" y="455676"/>
                  </a:lnTo>
                  <a:close/>
                </a:path>
              </a:pathLst>
            </a:custGeom>
            <a:solidFill>
              <a:srgbClr val="C2C5CC">
                <a:alpha val="8235"/>
              </a:srgbClr>
            </a:solidFill>
          </p:spPr>
        </p:sp>
      </p:grpSp>
      <p:grpSp>
        <p:nvGrpSpPr>
          <p:cNvPr name="Group 96" id="96"/>
          <p:cNvGrpSpPr/>
          <p:nvPr/>
        </p:nvGrpSpPr>
        <p:grpSpPr>
          <a:xfrm rot="0">
            <a:off x="9559290" y="5406962"/>
            <a:ext cx="7815996" cy="3660915"/>
            <a:chOff x="0" y="0"/>
            <a:chExt cx="10421328" cy="4881220"/>
          </a:xfrm>
        </p:grpSpPr>
        <p:sp>
          <p:nvSpPr>
            <p:cNvPr name="Freeform 97" id="97"/>
            <p:cNvSpPr/>
            <p:nvPr/>
          </p:nvSpPr>
          <p:spPr>
            <a:xfrm flipH="false" flipV="false" rot="0">
              <a:off x="0" y="0"/>
              <a:ext cx="10421366" cy="4881245"/>
            </a:xfrm>
            <a:custGeom>
              <a:avLst/>
              <a:gdLst/>
              <a:ahLst/>
              <a:cxnLst/>
              <a:rect r="r" b="b" t="t" l="l"/>
              <a:pathLst>
                <a:path h="4881245" w="10421366">
                  <a:moveTo>
                    <a:pt x="439293" y="0"/>
                  </a:moveTo>
                  <a:lnTo>
                    <a:pt x="10421366" y="0"/>
                  </a:lnTo>
                  <a:lnTo>
                    <a:pt x="10421366" y="4441952"/>
                  </a:lnTo>
                  <a:lnTo>
                    <a:pt x="9982073" y="4881245"/>
                  </a:lnTo>
                  <a:lnTo>
                    <a:pt x="0" y="4881245"/>
                  </a:lnTo>
                  <a:lnTo>
                    <a:pt x="0" y="439293"/>
                  </a:lnTo>
                  <a:close/>
                </a:path>
              </a:pathLst>
            </a:custGeom>
            <a:solidFill>
              <a:srgbClr val="111A7E">
                <a:alpha val="54510"/>
              </a:srgbClr>
            </a:solidFill>
          </p:spPr>
        </p:sp>
      </p:grpSp>
      <p:sp>
        <p:nvSpPr>
          <p:cNvPr name="TextBox 98" id="98"/>
          <p:cNvSpPr txBox="true"/>
          <p:nvPr/>
        </p:nvSpPr>
        <p:spPr>
          <a:xfrm rot="0">
            <a:off x="10419426" y="5776874"/>
            <a:ext cx="4594022" cy="637194"/>
          </a:xfrm>
          <a:prstGeom prst="rect">
            <a:avLst/>
          </a:prstGeom>
        </p:spPr>
        <p:txBody>
          <a:bodyPr anchor="t" rtlCol="false" tIns="0" lIns="0" bIns="0" rIns="0">
            <a:spAutoFit/>
          </a:bodyPr>
          <a:lstStyle/>
          <a:p>
            <a:pPr algn="l">
              <a:lnSpc>
                <a:spcPts val="4323"/>
              </a:lnSpc>
            </a:pPr>
            <a:r>
              <a:rPr lang="en-US" sz="3602">
                <a:solidFill>
                  <a:srgbClr val="FFFFFF"/>
                </a:solidFill>
                <a:latin typeface="Arimo"/>
                <a:ea typeface="Arimo"/>
                <a:cs typeface="Arimo"/>
                <a:sym typeface="Arimo"/>
              </a:rPr>
              <a:t>Tests y cobertura</a:t>
            </a:r>
          </a:p>
        </p:txBody>
      </p:sp>
      <p:sp>
        <p:nvSpPr>
          <p:cNvPr name="TextBox 99" id="99"/>
          <p:cNvSpPr txBox="true"/>
          <p:nvPr/>
        </p:nvSpPr>
        <p:spPr>
          <a:xfrm rot="0">
            <a:off x="10419426" y="6840531"/>
            <a:ext cx="4044953" cy="563242"/>
          </a:xfrm>
          <a:prstGeom prst="rect">
            <a:avLst/>
          </a:prstGeom>
        </p:spPr>
        <p:txBody>
          <a:bodyPr anchor="t" rtlCol="false" tIns="0" lIns="0" bIns="0" rIns="0">
            <a:spAutoFit/>
          </a:bodyPr>
          <a:lstStyle/>
          <a:p>
            <a:pPr algn="l">
              <a:lnSpc>
                <a:spcPts val="2161"/>
              </a:lnSpc>
            </a:pPr>
            <a:r>
              <a:rPr lang="en-US" sz="1801">
                <a:solidFill>
                  <a:srgbClr val="FFFFFF"/>
                </a:solidFill>
                <a:latin typeface="Roboto"/>
                <a:ea typeface="Roboto"/>
                <a:cs typeface="Roboto"/>
                <a:sym typeface="Roboto"/>
              </a:rPr>
              <a:t>Tests: 46 contratos + 16 frontend</a:t>
            </a:r>
          </a:p>
        </p:txBody>
      </p:sp>
      <p:sp>
        <p:nvSpPr>
          <p:cNvPr name="TextBox 100" id="100"/>
          <p:cNvSpPr txBox="true"/>
          <p:nvPr/>
        </p:nvSpPr>
        <p:spPr>
          <a:xfrm rot="0">
            <a:off x="15053567" y="6601768"/>
            <a:ext cx="2013394" cy="806120"/>
          </a:xfrm>
          <a:prstGeom prst="rect">
            <a:avLst/>
          </a:prstGeom>
        </p:spPr>
        <p:txBody>
          <a:bodyPr anchor="t" rtlCol="false" tIns="0" lIns="0" bIns="0" rIns="0">
            <a:spAutoFit/>
          </a:bodyPr>
          <a:lstStyle/>
          <a:p>
            <a:pPr algn="l">
              <a:lnSpc>
                <a:spcPts val="5764"/>
              </a:lnSpc>
            </a:pPr>
            <a:r>
              <a:rPr lang="en-US" sz="4803">
                <a:solidFill>
                  <a:srgbClr val="FFFFFF"/>
                </a:solidFill>
                <a:latin typeface="Arimo"/>
                <a:ea typeface="Arimo"/>
                <a:cs typeface="Arimo"/>
                <a:sym typeface="Arimo"/>
              </a:rPr>
              <a:t>62</a:t>
            </a:r>
          </a:p>
        </p:txBody>
      </p:sp>
      <p:sp>
        <p:nvSpPr>
          <p:cNvPr name="AutoShape 101" id="101"/>
          <p:cNvSpPr/>
          <p:nvPr/>
        </p:nvSpPr>
        <p:spPr>
          <a:xfrm rot="9600">
            <a:off x="10554538" y="7635535"/>
            <a:ext cx="6830292" cy="0"/>
          </a:xfrm>
          <a:prstGeom prst="line">
            <a:avLst/>
          </a:prstGeom>
          <a:ln cap="rnd" w="9525">
            <a:solidFill>
              <a:srgbClr val="C2C5CC"/>
            </a:solidFill>
            <a:prstDash val="solid"/>
            <a:headEnd type="none" len="sm" w="sm"/>
            <a:tailEnd type="none" len="sm" w="sm"/>
          </a:ln>
        </p:spPr>
      </p:sp>
      <p:sp>
        <p:nvSpPr>
          <p:cNvPr name="TextBox 102" id="102"/>
          <p:cNvSpPr txBox="true"/>
          <p:nvPr/>
        </p:nvSpPr>
        <p:spPr>
          <a:xfrm rot="0">
            <a:off x="10419426" y="7915332"/>
            <a:ext cx="4044953" cy="563242"/>
          </a:xfrm>
          <a:prstGeom prst="rect">
            <a:avLst/>
          </a:prstGeom>
        </p:spPr>
        <p:txBody>
          <a:bodyPr anchor="t" rtlCol="false" tIns="0" lIns="0" bIns="0" rIns="0">
            <a:spAutoFit/>
          </a:bodyPr>
          <a:lstStyle/>
          <a:p>
            <a:pPr algn="l">
              <a:lnSpc>
                <a:spcPts val="2161"/>
              </a:lnSpc>
            </a:pPr>
            <a:r>
              <a:rPr lang="en-US" sz="1801">
                <a:solidFill>
                  <a:srgbClr val="FFFFFF"/>
                </a:solidFill>
                <a:latin typeface="Roboto"/>
                <a:ea typeface="Roboto"/>
                <a:cs typeface="Roboto"/>
                <a:sym typeface="Roboto"/>
              </a:rPr>
              <a:t>Cobertura de líneas y statements en Solidity propio</a:t>
            </a:r>
          </a:p>
        </p:txBody>
      </p:sp>
      <p:sp>
        <p:nvSpPr>
          <p:cNvPr name="TextBox 103" id="103"/>
          <p:cNvSpPr txBox="true"/>
          <p:nvPr/>
        </p:nvSpPr>
        <p:spPr>
          <a:xfrm rot="0">
            <a:off x="15053567" y="7757560"/>
            <a:ext cx="2013394" cy="806120"/>
          </a:xfrm>
          <a:prstGeom prst="rect">
            <a:avLst/>
          </a:prstGeom>
        </p:spPr>
        <p:txBody>
          <a:bodyPr anchor="t" rtlCol="false" tIns="0" lIns="0" bIns="0" rIns="0">
            <a:spAutoFit/>
          </a:bodyPr>
          <a:lstStyle/>
          <a:p>
            <a:pPr algn="l">
              <a:lnSpc>
                <a:spcPts val="5764"/>
              </a:lnSpc>
            </a:pPr>
            <a:r>
              <a:rPr lang="en-US" sz="4803">
                <a:solidFill>
                  <a:srgbClr val="FFFFFF"/>
                </a:solidFill>
                <a:latin typeface="Arimo"/>
                <a:ea typeface="Arimo"/>
                <a:cs typeface="Arimo"/>
                <a:sym typeface="Arimo"/>
              </a:rPr>
              <a:t>100%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0" y="2787901"/>
            <a:ext cx="2516867" cy="947147"/>
            <a:chOff x="0" y="0"/>
            <a:chExt cx="3355823" cy="1262863"/>
          </a:xfrm>
        </p:grpSpPr>
        <p:sp>
          <p:nvSpPr>
            <p:cNvPr name="Freeform 55" id="55"/>
            <p:cNvSpPr/>
            <p:nvPr/>
          </p:nvSpPr>
          <p:spPr>
            <a:xfrm flipH="false" flipV="false" rot="0">
              <a:off x="0" y="0"/>
              <a:ext cx="3355848" cy="1262888"/>
            </a:xfrm>
            <a:custGeom>
              <a:avLst/>
              <a:gdLst/>
              <a:ahLst/>
              <a:cxnLst/>
              <a:rect r="r" b="b" t="t" l="l"/>
              <a:pathLst>
                <a:path h="1262888" w="3355848">
                  <a:moveTo>
                    <a:pt x="0" y="0"/>
                  </a:moveTo>
                  <a:lnTo>
                    <a:pt x="3213862" y="0"/>
                  </a:lnTo>
                  <a:lnTo>
                    <a:pt x="3355848" y="133985"/>
                  </a:lnTo>
                  <a:lnTo>
                    <a:pt x="0" y="1262888"/>
                  </a:lnTo>
                  <a:close/>
                </a:path>
              </a:pathLst>
            </a:custGeom>
            <a:solidFill>
              <a:srgbClr val="263AB6"/>
            </a:solidFill>
          </p:spPr>
        </p:sp>
      </p:grpSp>
      <p:grpSp>
        <p:nvGrpSpPr>
          <p:cNvPr name="Group 56" id="56"/>
          <p:cNvGrpSpPr/>
          <p:nvPr/>
        </p:nvGrpSpPr>
        <p:grpSpPr>
          <a:xfrm rot="0">
            <a:off x="0" y="2787901"/>
            <a:ext cx="3831841" cy="1894284"/>
            <a:chOff x="0" y="0"/>
            <a:chExt cx="5109121" cy="2525712"/>
          </a:xfrm>
        </p:grpSpPr>
        <p:sp>
          <p:nvSpPr>
            <p:cNvPr name="Freeform 57" id="57"/>
            <p:cNvSpPr/>
            <p:nvPr/>
          </p:nvSpPr>
          <p:spPr>
            <a:xfrm flipH="false" flipV="false" rot="0">
              <a:off x="0" y="0"/>
              <a:ext cx="5109083" cy="2525776"/>
            </a:xfrm>
            <a:custGeom>
              <a:avLst/>
              <a:gdLst/>
              <a:ahLst/>
              <a:cxnLst/>
              <a:rect r="r" b="b" t="t" l="l"/>
              <a:pathLst>
                <a:path h="2525776" w="5109083">
                  <a:moveTo>
                    <a:pt x="1126236" y="0"/>
                  </a:moveTo>
                  <a:lnTo>
                    <a:pt x="3213862" y="0"/>
                  </a:lnTo>
                  <a:lnTo>
                    <a:pt x="4068572" y="807085"/>
                  </a:lnTo>
                  <a:lnTo>
                    <a:pt x="5109083" y="807085"/>
                  </a:lnTo>
                  <a:lnTo>
                    <a:pt x="0" y="2525776"/>
                  </a:lnTo>
                  <a:lnTo>
                    <a:pt x="0" y="378841"/>
                  </a:lnTo>
                  <a:close/>
                </a:path>
              </a:pathLst>
            </a:custGeom>
            <a:solidFill>
              <a:srgbClr val="2132A9"/>
            </a:solidFill>
          </p:spPr>
        </p:sp>
      </p:grpSp>
      <p:grpSp>
        <p:nvGrpSpPr>
          <p:cNvPr name="Group 58" id="58"/>
          <p:cNvGrpSpPr/>
          <p:nvPr/>
        </p:nvGrpSpPr>
        <p:grpSpPr>
          <a:xfrm rot="0">
            <a:off x="0" y="2787901"/>
            <a:ext cx="8447199" cy="2841431"/>
            <a:chOff x="0" y="0"/>
            <a:chExt cx="11262932" cy="3788575"/>
          </a:xfrm>
        </p:grpSpPr>
        <p:sp>
          <p:nvSpPr>
            <p:cNvPr name="Freeform 59" id="59"/>
            <p:cNvSpPr/>
            <p:nvPr/>
          </p:nvSpPr>
          <p:spPr>
            <a:xfrm flipH="false" flipV="false" rot="0">
              <a:off x="0" y="0"/>
              <a:ext cx="11262868" cy="3788537"/>
            </a:xfrm>
            <a:custGeom>
              <a:avLst/>
              <a:gdLst/>
              <a:ahLst/>
              <a:cxnLst/>
              <a:rect r="r" b="b" t="t" l="l"/>
              <a:pathLst>
                <a:path h="3788537" w="11262868">
                  <a:moveTo>
                    <a:pt x="3651631" y="413385"/>
                  </a:moveTo>
                  <a:lnTo>
                    <a:pt x="4068572" y="807085"/>
                  </a:lnTo>
                  <a:lnTo>
                    <a:pt x="8040243" y="807085"/>
                  </a:lnTo>
                  <a:lnTo>
                    <a:pt x="8893048" y="0"/>
                  </a:lnTo>
                  <a:lnTo>
                    <a:pt x="11262868" y="0"/>
                  </a:lnTo>
                  <a:lnTo>
                    <a:pt x="0" y="3788537"/>
                  </a:lnTo>
                  <a:lnTo>
                    <a:pt x="0" y="1641729"/>
                  </a:lnTo>
                  <a:close/>
                </a:path>
              </a:pathLst>
            </a:custGeom>
            <a:solidFill>
              <a:srgbClr val="1C2B9B"/>
            </a:solidFill>
          </p:spPr>
        </p:sp>
      </p:grpSp>
      <p:grpSp>
        <p:nvGrpSpPr>
          <p:cNvPr name="Group 60" id="60"/>
          <p:cNvGrpSpPr/>
          <p:nvPr/>
        </p:nvGrpSpPr>
        <p:grpSpPr>
          <a:xfrm rot="0">
            <a:off x="0" y="2787901"/>
            <a:ext cx="11262922" cy="3788578"/>
            <a:chOff x="0" y="0"/>
            <a:chExt cx="15017229" cy="5051438"/>
          </a:xfrm>
        </p:grpSpPr>
        <p:sp>
          <p:nvSpPr>
            <p:cNvPr name="Freeform 61" id="61"/>
            <p:cNvSpPr/>
            <p:nvPr/>
          </p:nvSpPr>
          <p:spPr>
            <a:xfrm flipH="false" flipV="false" rot="0">
              <a:off x="0" y="0"/>
              <a:ext cx="15017242" cy="5051425"/>
            </a:xfrm>
            <a:custGeom>
              <a:avLst/>
              <a:gdLst/>
              <a:ahLst/>
              <a:cxnLst/>
              <a:rect r="r" b="b" t="t" l="l"/>
              <a:pathLst>
                <a:path h="5051425" w="15017242">
                  <a:moveTo>
                    <a:pt x="6235446" y="807085"/>
                  </a:moveTo>
                  <a:lnTo>
                    <a:pt x="8040243" y="807085"/>
                  </a:lnTo>
                  <a:lnTo>
                    <a:pt x="8893048" y="0"/>
                  </a:lnTo>
                  <a:lnTo>
                    <a:pt x="15017242" y="0"/>
                  </a:lnTo>
                  <a:lnTo>
                    <a:pt x="0" y="5051425"/>
                  </a:lnTo>
                  <a:lnTo>
                    <a:pt x="0" y="2904617"/>
                  </a:lnTo>
                  <a:close/>
                </a:path>
              </a:pathLst>
            </a:custGeom>
            <a:solidFill>
              <a:srgbClr val="17238E"/>
            </a:solidFill>
          </p:spPr>
        </p:sp>
      </p:grpSp>
      <p:grpSp>
        <p:nvGrpSpPr>
          <p:cNvPr name="Group 62" id="62"/>
          <p:cNvGrpSpPr/>
          <p:nvPr/>
        </p:nvGrpSpPr>
        <p:grpSpPr>
          <a:xfrm rot="0">
            <a:off x="0" y="2787901"/>
            <a:ext cx="14078655" cy="4735716"/>
            <a:chOff x="0" y="0"/>
            <a:chExt cx="18771540" cy="6314288"/>
          </a:xfrm>
        </p:grpSpPr>
        <p:sp>
          <p:nvSpPr>
            <p:cNvPr name="Freeform 63" id="63"/>
            <p:cNvSpPr/>
            <p:nvPr/>
          </p:nvSpPr>
          <p:spPr>
            <a:xfrm flipH="false" flipV="false" rot="0">
              <a:off x="0" y="0"/>
              <a:ext cx="18771617" cy="6314313"/>
            </a:xfrm>
            <a:custGeom>
              <a:avLst/>
              <a:gdLst/>
              <a:ahLst/>
              <a:cxnLst/>
              <a:rect r="r" b="b" t="t" l="l"/>
              <a:pathLst>
                <a:path h="6314313" w="18771617">
                  <a:moveTo>
                    <a:pt x="12389231" y="0"/>
                  </a:moveTo>
                  <a:lnTo>
                    <a:pt x="18771617" y="0"/>
                  </a:lnTo>
                  <a:lnTo>
                    <a:pt x="0" y="6314313"/>
                  </a:lnTo>
                  <a:lnTo>
                    <a:pt x="0" y="4167378"/>
                  </a:lnTo>
                  <a:close/>
                </a:path>
              </a:pathLst>
            </a:custGeom>
            <a:solidFill>
              <a:srgbClr val="121B80"/>
            </a:solidFill>
          </p:spPr>
        </p:sp>
      </p:grpSp>
      <p:grpSp>
        <p:nvGrpSpPr>
          <p:cNvPr name="Group 64" id="64"/>
          <p:cNvGrpSpPr/>
          <p:nvPr/>
        </p:nvGrpSpPr>
        <p:grpSpPr>
          <a:xfrm rot="0">
            <a:off x="0" y="2787901"/>
            <a:ext cx="16894388" cy="5505669"/>
            <a:chOff x="0" y="0"/>
            <a:chExt cx="22525850" cy="7340892"/>
          </a:xfrm>
        </p:grpSpPr>
        <p:sp>
          <p:nvSpPr>
            <p:cNvPr name="Freeform 65" id="65"/>
            <p:cNvSpPr/>
            <p:nvPr/>
          </p:nvSpPr>
          <p:spPr>
            <a:xfrm flipH="false" flipV="false" rot="0">
              <a:off x="0" y="0"/>
              <a:ext cx="22525864" cy="7340854"/>
            </a:xfrm>
            <a:custGeom>
              <a:avLst/>
              <a:gdLst/>
              <a:ahLst/>
              <a:cxnLst/>
              <a:rect r="r" b="b" t="t" l="l"/>
              <a:pathLst>
                <a:path h="7340854" w="22525864">
                  <a:moveTo>
                    <a:pt x="16143478" y="0"/>
                  </a:moveTo>
                  <a:lnTo>
                    <a:pt x="22525864" y="0"/>
                  </a:lnTo>
                  <a:lnTo>
                    <a:pt x="702437" y="7340854"/>
                  </a:lnTo>
                  <a:lnTo>
                    <a:pt x="0" y="6839585"/>
                  </a:lnTo>
                  <a:lnTo>
                    <a:pt x="0" y="5430266"/>
                  </a:lnTo>
                  <a:close/>
                </a:path>
              </a:pathLst>
            </a:custGeom>
            <a:solidFill>
              <a:srgbClr val="111A7E"/>
            </a:solidFill>
          </p:spPr>
        </p:sp>
      </p:grpSp>
      <p:grpSp>
        <p:nvGrpSpPr>
          <p:cNvPr name="Group 66" id="66"/>
          <p:cNvGrpSpPr/>
          <p:nvPr/>
        </p:nvGrpSpPr>
        <p:grpSpPr>
          <a:xfrm rot="0">
            <a:off x="0" y="2787901"/>
            <a:ext cx="18302249" cy="6149416"/>
            <a:chOff x="0" y="0"/>
            <a:chExt cx="24402999" cy="8199222"/>
          </a:xfrm>
        </p:grpSpPr>
        <p:sp>
          <p:nvSpPr>
            <p:cNvPr name="Freeform 67" id="67"/>
            <p:cNvSpPr/>
            <p:nvPr/>
          </p:nvSpPr>
          <p:spPr>
            <a:xfrm flipH="false" flipV="false" rot="0">
              <a:off x="0" y="0"/>
              <a:ext cx="24403050" cy="8199247"/>
            </a:xfrm>
            <a:custGeom>
              <a:avLst/>
              <a:gdLst/>
              <a:ahLst/>
              <a:cxnLst/>
              <a:rect r="r" b="b" t="t" l="l"/>
              <a:pathLst>
                <a:path h="8199247" w="24403050">
                  <a:moveTo>
                    <a:pt x="19897852" y="0"/>
                  </a:moveTo>
                  <a:lnTo>
                    <a:pt x="24403050" y="0"/>
                  </a:lnTo>
                  <a:lnTo>
                    <a:pt x="24403050" y="631444"/>
                  </a:lnTo>
                  <a:lnTo>
                    <a:pt x="1905000" y="8199247"/>
                  </a:lnTo>
                  <a:lnTo>
                    <a:pt x="0" y="6839585"/>
                  </a:lnTo>
                  <a:lnTo>
                    <a:pt x="0" y="6693154"/>
                  </a:lnTo>
                  <a:close/>
                </a:path>
              </a:pathLst>
            </a:custGeom>
            <a:solidFill>
              <a:srgbClr val="111A7E"/>
            </a:solidFill>
          </p:spPr>
        </p:sp>
      </p:grpSp>
      <p:grpSp>
        <p:nvGrpSpPr>
          <p:cNvPr name="Group 68" id="68"/>
          <p:cNvGrpSpPr/>
          <p:nvPr/>
        </p:nvGrpSpPr>
        <p:grpSpPr>
          <a:xfrm rot="0">
            <a:off x="797366" y="2787901"/>
            <a:ext cx="17504883" cy="6156436"/>
            <a:chOff x="0" y="0"/>
            <a:chExt cx="23339844" cy="8208582"/>
          </a:xfrm>
        </p:grpSpPr>
        <p:sp>
          <p:nvSpPr>
            <p:cNvPr name="Freeform 69" id="69"/>
            <p:cNvSpPr/>
            <p:nvPr/>
          </p:nvSpPr>
          <p:spPr>
            <a:xfrm flipH="false" flipV="false" rot="0">
              <a:off x="0" y="0"/>
              <a:ext cx="23339806" cy="8208518"/>
            </a:xfrm>
            <a:custGeom>
              <a:avLst/>
              <a:gdLst/>
              <a:ahLst/>
              <a:cxnLst/>
              <a:rect r="r" b="b" t="t" l="l"/>
              <a:pathLst>
                <a:path h="8208518" w="23339806">
                  <a:moveTo>
                    <a:pt x="22588982" y="0"/>
                  </a:moveTo>
                  <a:lnTo>
                    <a:pt x="23339806" y="0"/>
                  </a:lnTo>
                  <a:lnTo>
                    <a:pt x="23339806" y="1894332"/>
                  </a:lnTo>
                  <a:lnTo>
                    <a:pt x="4568317" y="8208518"/>
                  </a:lnTo>
                  <a:lnTo>
                    <a:pt x="854964" y="8208518"/>
                  </a:lnTo>
                  <a:lnTo>
                    <a:pt x="0" y="7598410"/>
                  </a:lnTo>
                  <a:close/>
                </a:path>
              </a:pathLst>
            </a:custGeom>
            <a:solidFill>
              <a:srgbClr val="111A7E"/>
            </a:solidFill>
          </p:spPr>
        </p:sp>
      </p:grpSp>
      <p:grpSp>
        <p:nvGrpSpPr>
          <p:cNvPr name="Group 70" id="70"/>
          <p:cNvGrpSpPr/>
          <p:nvPr/>
        </p:nvGrpSpPr>
        <p:grpSpPr>
          <a:xfrm rot="0">
            <a:off x="2252586" y="3545615"/>
            <a:ext cx="16049663" cy="5398722"/>
            <a:chOff x="0" y="0"/>
            <a:chExt cx="21399551" cy="7198296"/>
          </a:xfrm>
        </p:grpSpPr>
        <p:sp>
          <p:nvSpPr>
            <p:cNvPr name="Freeform 71" id="71"/>
            <p:cNvSpPr/>
            <p:nvPr/>
          </p:nvSpPr>
          <p:spPr>
            <a:xfrm flipH="false" flipV="false" rot="0">
              <a:off x="0" y="0"/>
              <a:ext cx="21399500" cy="7198233"/>
            </a:xfrm>
            <a:custGeom>
              <a:avLst/>
              <a:gdLst/>
              <a:ahLst/>
              <a:cxnLst/>
              <a:rect r="r" b="b" t="t" l="l"/>
              <a:pathLst>
                <a:path h="7198233" w="21399500">
                  <a:moveTo>
                    <a:pt x="21399500" y="0"/>
                  </a:moveTo>
                  <a:lnTo>
                    <a:pt x="21399500" y="2146808"/>
                  </a:lnTo>
                  <a:lnTo>
                    <a:pt x="6382385" y="7198233"/>
                  </a:lnTo>
                  <a:lnTo>
                    <a:pt x="0" y="7198233"/>
                  </a:lnTo>
                  <a:close/>
                </a:path>
              </a:pathLst>
            </a:custGeom>
            <a:solidFill>
              <a:srgbClr val="111A7E"/>
            </a:solidFill>
          </p:spPr>
        </p:sp>
      </p:grpSp>
      <p:grpSp>
        <p:nvGrpSpPr>
          <p:cNvPr name="Group 72" id="72"/>
          <p:cNvGrpSpPr/>
          <p:nvPr/>
        </p:nvGrpSpPr>
        <p:grpSpPr>
          <a:xfrm rot="0">
            <a:off x="5068319" y="4492752"/>
            <a:ext cx="13233940" cy="4451575"/>
            <a:chOff x="0" y="0"/>
            <a:chExt cx="17645253" cy="5935434"/>
          </a:xfrm>
        </p:grpSpPr>
        <p:sp>
          <p:nvSpPr>
            <p:cNvPr name="Freeform 73" id="73"/>
            <p:cNvSpPr/>
            <p:nvPr/>
          </p:nvSpPr>
          <p:spPr>
            <a:xfrm flipH="false" flipV="false" rot="0">
              <a:off x="0" y="0"/>
              <a:ext cx="17645253" cy="5935345"/>
            </a:xfrm>
            <a:custGeom>
              <a:avLst/>
              <a:gdLst/>
              <a:ahLst/>
              <a:cxnLst/>
              <a:rect r="r" b="b" t="t" l="l"/>
              <a:pathLst>
                <a:path h="5935345" w="17645253">
                  <a:moveTo>
                    <a:pt x="17645253" y="0"/>
                  </a:moveTo>
                  <a:lnTo>
                    <a:pt x="17645253" y="2146808"/>
                  </a:lnTo>
                  <a:lnTo>
                    <a:pt x="8036433" y="5378958"/>
                  </a:lnTo>
                  <a:lnTo>
                    <a:pt x="5934837" y="5378958"/>
                  </a:lnTo>
                  <a:lnTo>
                    <a:pt x="5156962" y="5935345"/>
                  </a:lnTo>
                  <a:lnTo>
                    <a:pt x="0" y="5935345"/>
                  </a:lnTo>
                  <a:close/>
                </a:path>
              </a:pathLst>
            </a:custGeom>
            <a:solidFill>
              <a:srgbClr val="111A7E"/>
            </a:solidFill>
          </p:spPr>
        </p:sp>
      </p:grpSp>
      <p:grpSp>
        <p:nvGrpSpPr>
          <p:cNvPr name="Group 74" id="74"/>
          <p:cNvGrpSpPr/>
          <p:nvPr/>
        </p:nvGrpSpPr>
        <p:grpSpPr>
          <a:xfrm rot="0">
            <a:off x="7884043" y="5439899"/>
            <a:ext cx="10418207" cy="3504428"/>
            <a:chOff x="0" y="0"/>
            <a:chExt cx="13890943" cy="4672571"/>
          </a:xfrm>
        </p:grpSpPr>
        <p:sp>
          <p:nvSpPr>
            <p:cNvPr name="Freeform 75" id="75"/>
            <p:cNvSpPr/>
            <p:nvPr/>
          </p:nvSpPr>
          <p:spPr>
            <a:xfrm flipH="false" flipV="false" rot="0">
              <a:off x="0" y="0"/>
              <a:ext cx="13890879" cy="4672584"/>
            </a:xfrm>
            <a:custGeom>
              <a:avLst/>
              <a:gdLst/>
              <a:ahLst/>
              <a:cxnLst/>
              <a:rect r="r" b="b" t="t" l="l"/>
              <a:pathLst>
                <a:path h="4672584" w="13890879">
                  <a:moveTo>
                    <a:pt x="13890879" y="0"/>
                  </a:moveTo>
                  <a:lnTo>
                    <a:pt x="13890879" y="2146808"/>
                  </a:lnTo>
                  <a:lnTo>
                    <a:pt x="8036433" y="4116197"/>
                  </a:lnTo>
                  <a:lnTo>
                    <a:pt x="2180590" y="4116197"/>
                  </a:lnTo>
                  <a:lnTo>
                    <a:pt x="1402715" y="4672584"/>
                  </a:lnTo>
                  <a:lnTo>
                    <a:pt x="0" y="4672584"/>
                  </a:lnTo>
                  <a:close/>
                </a:path>
              </a:pathLst>
            </a:custGeom>
            <a:solidFill>
              <a:srgbClr val="111A7E"/>
            </a:solidFill>
          </p:spPr>
        </p:sp>
      </p:grpSp>
      <p:grpSp>
        <p:nvGrpSpPr>
          <p:cNvPr name="Group 76" id="76"/>
          <p:cNvGrpSpPr/>
          <p:nvPr/>
        </p:nvGrpSpPr>
        <p:grpSpPr>
          <a:xfrm rot="0">
            <a:off x="11940330" y="6387046"/>
            <a:ext cx="6361919" cy="2550395"/>
            <a:chOff x="0" y="0"/>
            <a:chExt cx="8482559" cy="3400527"/>
          </a:xfrm>
        </p:grpSpPr>
        <p:sp>
          <p:nvSpPr>
            <p:cNvPr name="Freeform 77" id="77"/>
            <p:cNvSpPr/>
            <p:nvPr/>
          </p:nvSpPr>
          <p:spPr>
            <a:xfrm flipH="false" flipV="false" rot="0">
              <a:off x="0" y="0"/>
              <a:ext cx="8482584" cy="3400552"/>
            </a:xfrm>
            <a:custGeom>
              <a:avLst/>
              <a:gdLst/>
              <a:ahLst/>
              <a:cxnLst/>
              <a:rect r="r" b="b" t="t" l="l"/>
              <a:pathLst>
                <a:path h="3400552" w="8482584">
                  <a:moveTo>
                    <a:pt x="8482584" y="0"/>
                  </a:moveTo>
                  <a:lnTo>
                    <a:pt x="8482584" y="2146808"/>
                  </a:lnTo>
                  <a:lnTo>
                    <a:pt x="4755642" y="3400552"/>
                  </a:lnTo>
                  <a:lnTo>
                    <a:pt x="3988816" y="2853309"/>
                  </a:lnTo>
                  <a:lnTo>
                    <a:pt x="0" y="2853309"/>
                  </a:lnTo>
                  <a:close/>
                </a:path>
              </a:pathLst>
            </a:custGeom>
            <a:solidFill>
              <a:srgbClr val="111A7E"/>
            </a:solidFill>
          </p:spPr>
        </p:sp>
      </p:grpSp>
      <p:grpSp>
        <p:nvGrpSpPr>
          <p:cNvPr name="Group 78" id="78"/>
          <p:cNvGrpSpPr/>
          <p:nvPr/>
        </p:nvGrpSpPr>
        <p:grpSpPr>
          <a:xfrm rot="0">
            <a:off x="14756063" y="7334193"/>
            <a:ext cx="3546186" cy="1610144"/>
            <a:chOff x="0" y="0"/>
            <a:chExt cx="4728248" cy="2146859"/>
          </a:xfrm>
        </p:grpSpPr>
        <p:sp>
          <p:nvSpPr>
            <p:cNvPr name="Freeform 79" id="79"/>
            <p:cNvSpPr/>
            <p:nvPr/>
          </p:nvSpPr>
          <p:spPr>
            <a:xfrm flipH="false" flipV="false" rot="0">
              <a:off x="0" y="0"/>
              <a:ext cx="4728210" cy="2146808"/>
            </a:xfrm>
            <a:custGeom>
              <a:avLst/>
              <a:gdLst/>
              <a:ahLst/>
              <a:cxnLst/>
              <a:rect r="r" b="b" t="t" l="l"/>
              <a:pathLst>
                <a:path h="2146808" w="4728210">
                  <a:moveTo>
                    <a:pt x="4728210" y="0"/>
                  </a:moveTo>
                  <a:lnTo>
                    <a:pt x="4728210" y="2146808"/>
                  </a:lnTo>
                  <a:lnTo>
                    <a:pt x="1014222" y="2146808"/>
                  </a:lnTo>
                  <a:lnTo>
                    <a:pt x="234442" y="1590421"/>
                  </a:lnTo>
                  <a:lnTo>
                    <a:pt x="0" y="1590421"/>
                  </a:lnTo>
                  <a:close/>
                </a:path>
              </a:pathLst>
            </a:custGeom>
            <a:solidFill>
              <a:srgbClr val="111A7E"/>
            </a:solidFill>
          </p:spPr>
        </p:sp>
      </p:grpSp>
      <p:grpSp>
        <p:nvGrpSpPr>
          <p:cNvPr name="Group 80" id="80"/>
          <p:cNvGrpSpPr/>
          <p:nvPr/>
        </p:nvGrpSpPr>
        <p:grpSpPr>
          <a:xfrm rot="0">
            <a:off x="4856512" y="3279315"/>
            <a:ext cx="8417223" cy="5643058"/>
            <a:chOff x="0" y="0"/>
            <a:chExt cx="11222965" cy="7524077"/>
          </a:xfrm>
        </p:grpSpPr>
        <p:sp>
          <p:nvSpPr>
            <p:cNvPr name="Freeform 81" id="81"/>
            <p:cNvSpPr/>
            <p:nvPr/>
          </p:nvSpPr>
          <p:spPr>
            <a:xfrm flipH="false" flipV="false" rot="0">
              <a:off x="0" y="0"/>
              <a:ext cx="11222990" cy="7524115"/>
            </a:xfrm>
            <a:custGeom>
              <a:avLst/>
              <a:gdLst/>
              <a:ahLst/>
              <a:cxnLst/>
              <a:rect r="r" b="b" t="t" l="l"/>
              <a:pathLst>
                <a:path h="7524115" w="11222990">
                  <a:moveTo>
                    <a:pt x="0" y="0"/>
                  </a:moveTo>
                  <a:lnTo>
                    <a:pt x="11222990" y="0"/>
                  </a:lnTo>
                  <a:lnTo>
                    <a:pt x="11222990" y="7524115"/>
                  </a:lnTo>
                  <a:lnTo>
                    <a:pt x="0" y="7524115"/>
                  </a:lnTo>
                  <a:close/>
                </a:path>
              </a:pathLst>
            </a:custGeom>
            <a:solidFill>
              <a:srgbClr val="2B2B2E"/>
            </a:solidFill>
          </p:spPr>
        </p:sp>
      </p:grpSp>
      <p:grpSp>
        <p:nvGrpSpPr>
          <p:cNvPr name="Group 82" id="82"/>
          <p:cNvGrpSpPr/>
          <p:nvPr/>
        </p:nvGrpSpPr>
        <p:grpSpPr>
          <a:xfrm rot="0">
            <a:off x="5218900" y="3697976"/>
            <a:ext cx="7693828" cy="4804353"/>
            <a:chOff x="0" y="0"/>
            <a:chExt cx="10258438" cy="6405804"/>
          </a:xfrm>
        </p:grpSpPr>
        <p:sp>
          <p:nvSpPr>
            <p:cNvPr name="Freeform 83" id="83"/>
            <p:cNvSpPr/>
            <p:nvPr/>
          </p:nvSpPr>
          <p:spPr>
            <a:xfrm flipH="false" flipV="false" rot="0">
              <a:off x="0" y="0"/>
              <a:ext cx="10258425" cy="6405753"/>
            </a:xfrm>
            <a:custGeom>
              <a:avLst/>
              <a:gdLst/>
              <a:ahLst/>
              <a:cxnLst/>
              <a:rect r="r" b="b" t="t" l="l"/>
              <a:pathLst>
                <a:path h="6405753" w="10258425">
                  <a:moveTo>
                    <a:pt x="0" y="0"/>
                  </a:moveTo>
                  <a:lnTo>
                    <a:pt x="10258425" y="0"/>
                  </a:lnTo>
                  <a:lnTo>
                    <a:pt x="10258425" y="6405753"/>
                  </a:lnTo>
                  <a:lnTo>
                    <a:pt x="0" y="6405753"/>
                  </a:lnTo>
                  <a:close/>
                </a:path>
              </a:pathLst>
            </a:custGeom>
            <a:solidFill>
              <a:srgbClr val="2132A9"/>
            </a:solidFill>
          </p:spPr>
        </p:sp>
      </p:grpSp>
      <p:grpSp>
        <p:nvGrpSpPr>
          <p:cNvPr name="Group 84" id="84"/>
          <p:cNvGrpSpPr/>
          <p:nvPr/>
        </p:nvGrpSpPr>
        <p:grpSpPr>
          <a:xfrm rot="0">
            <a:off x="3942312" y="8922372"/>
            <a:ext cx="10249748" cy="301990"/>
            <a:chOff x="0" y="0"/>
            <a:chExt cx="13666330" cy="402654"/>
          </a:xfrm>
        </p:grpSpPr>
        <p:sp>
          <p:nvSpPr>
            <p:cNvPr name="Freeform 85" id="85"/>
            <p:cNvSpPr/>
            <p:nvPr/>
          </p:nvSpPr>
          <p:spPr>
            <a:xfrm flipH="false" flipV="false" rot="0">
              <a:off x="0" y="0"/>
              <a:ext cx="13666343" cy="402590"/>
            </a:xfrm>
            <a:custGeom>
              <a:avLst/>
              <a:gdLst/>
              <a:ahLst/>
              <a:cxnLst/>
              <a:rect r="r" b="b" t="t" l="l"/>
              <a:pathLst>
                <a:path h="402590" w="13666343">
                  <a:moveTo>
                    <a:pt x="0" y="0"/>
                  </a:moveTo>
                  <a:lnTo>
                    <a:pt x="13666343" y="0"/>
                  </a:lnTo>
                  <a:lnTo>
                    <a:pt x="13283819" y="402590"/>
                  </a:lnTo>
                  <a:lnTo>
                    <a:pt x="380746" y="402590"/>
                  </a:lnTo>
                  <a:close/>
                </a:path>
              </a:pathLst>
            </a:custGeom>
            <a:solidFill>
              <a:srgbClr val="C3C6CC"/>
            </a:solidFill>
          </p:spPr>
        </p:sp>
      </p:grpSp>
      <p:grpSp>
        <p:nvGrpSpPr>
          <p:cNvPr name="Group 86" id="86"/>
          <p:cNvGrpSpPr/>
          <p:nvPr/>
        </p:nvGrpSpPr>
        <p:grpSpPr>
          <a:xfrm rot="0">
            <a:off x="5559323" y="3912118"/>
            <a:ext cx="7069264" cy="4392549"/>
            <a:chOff x="0" y="0"/>
            <a:chExt cx="9425686" cy="5856732"/>
          </a:xfrm>
        </p:grpSpPr>
        <p:sp>
          <p:nvSpPr>
            <p:cNvPr name="Freeform 87" id="87"/>
            <p:cNvSpPr/>
            <p:nvPr/>
          </p:nvSpPr>
          <p:spPr>
            <a:xfrm flipH="false" flipV="false" rot="0">
              <a:off x="0" y="0"/>
              <a:ext cx="9425684" cy="5856736"/>
            </a:xfrm>
            <a:custGeom>
              <a:avLst/>
              <a:gdLst/>
              <a:ahLst/>
              <a:cxnLst/>
              <a:rect r="r" b="b" t="t" l="l"/>
              <a:pathLst>
                <a:path h="5856736" w="9425684">
                  <a:moveTo>
                    <a:pt x="0" y="0"/>
                  </a:moveTo>
                  <a:lnTo>
                    <a:pt x="9425684" y="0"/>
                  </a:lnTo>
                  <a:lnTo>
                    <a:pt x="9425684" y="5856736"/>
                  </a:lnTo>
                  <a:lnTo>
                    <a:pt x="0" y="5856736"/>
                  </a:lnTo>
                  <a:close/>
                </a:path>
              </a:pathLst>
            </a:custGeom>
            <a:blipFill>
              <a:blip r:embed="rId3">
                <a:alphaModFix amt="0"/>
              </a:blip>
              <a:stretch>
                <a:fillRect l="-29722" t="0" r="-29722" b="0"/>
              </a:stretch>
            </a:blipFill>
          </p:spPr>
        </p:sp>
        <p:sp>
          <p:nvSpPr>
            <p:cNvPr name="TextBox 88" id="88"/>
            <p:cNvSpPr txBox="true"/>
            <p:nvPr/>
          </p:nvSpPr>
          <p:spPr>
            <a:xfrm>
              <a:off x="0" y="0"/>
              <a:ext cx="9425686" cy="5856732"/>
            </a:xfrm>
            <a:prstGeom prst="rect">
              <a:avLst/>
            </a:prstGeom>
          </p:spPr>
          <p:txBody>
            <a:bodyPr anchor="ctr" rtlCol="false" tIns="0" lIns="0" bIns="0" rIns="0"/>
            <a:lstStyle/>
            <a:p>
              <a:pPr algn="l">
                <a:lnSpc>
                  <a:spcPts val="2161"/>
                </a:lnSpc>
              </a:pPr>
              <a:r>
                <a:rPr lang="en-US" sz="1801" b="true">
                  <a:solidFill>
                    <a:srgbClr val="D585DF"/>
                  </a:solidFill>
                  <a:latin typeface="DM Sans Bold"/>
                  <a:ea typeface="DM Sans Bold"/>
                  <a:cs typeface="DM Sans Bold"/>
                  <a:sym typeface="DM Sans Bold"/>
                </a:rPr>
                <a:t>TEAM #0 · FLUJO COMPLETO ON-CHAIN</a:t>
              </a:r>
            </a:p>
            <a:p>
              <a:pPr algn="l">
                <a:lnSpc>
                  <a:spcPts val="2521"/>
                </a:lnSpc>
              </a:pPr>
              <a:r>
                <a:rPr lang="en-US" sz="2101" b="true">
                  <a:solidFill>
                    <a:srgbClr val="D585DF"/>
                  </a:solidFill>
                  <a:latin typeface="DM Sans Bold"/>
                  <a:ea typeface="DM Sans Bold"/>
                  <a:cs typeface="DM Sans Bold"/>
                  <a:sym typeface="DM Sans Bold"/>
                </a:rPr>
                <a:t>01  </a:t>
              </a:r>
              <a:r>
                <a:rPr lang="en-US" sz="2101">
                  <a:solidFill>
                    <a:srgbClr val="C4ECFF"/>
                  </a:solidFill>
                  <a:latin typeface="DM Sans"/>
                  <a:ea typeface="DM Sans"/>
                  <a:cs typeface="DM Sans"/>
                  <a:sym typeface="DM Sans"/>
                </a:rPr>
                <a:t>Inscripción de miembros</a:t>
              </a:r>
              <a:r>
                <a:rPr lang="en-US" sz="2101">
                  <a:solidFill>
                    <a:srgbClr val="C2C5CC"/>
                  </a:solidFill>
                  <a:latin typeface="DM Sans"/>
                  <a:ea typeface="DM Sans"/>
                  <a:cs typeface="DM Sans"/>
                  <a:sym typeface="DM Sans"/>
                </a:rPr>
                <a:t>   tx 0x90d0…38f4</a:t>
              </a:r>
            </a:p>
            <a:p>
              <a:pPr algn="l">
                <a:lnSpc>
                  <a:spcPts val="2521"/>
                </a:lnSpc>
              </a:pPr>
              <a:r>
                <a:rPr lang="en-US" sz="2101" b="true">
                  <a:solidFill>
                    <a:srgbClr val="D585DF"/>
                  </a:solidFill>
                  <a:latin typeface="DM Sans Bold"/>
                  <a:ea typeface="DM Sans Bold"/>
                  <a:cs typeface="DM Sans Bold"/>
                  <a:sym typeface="DM Sans Bold"/>
                </a:rPr>
                <a:t>02  </a:t>
              </a:r>
              <a:r>
                <a:rPr lang="en-US" sz="2101">
                  <a:solidFill>
                    <a:srgbClr val="C4ECFF"/>
                  </a:solidFill>
                  <a:latin typeface="DM Sans"/>
                  <a:ea typeface="DM Sans"/>
                  <a:cs typeface="DM Sans"/>
                  <a:sym typeface="DM Sans"/>
                </a:rPr>
                <a:t>Crear equipo</a:t>
              </a:r>
              <a:r>
                <a:rPr lang="en-US" sz="2101">
                  <a:solidFill>
                    <a:srgbClr val="C2C5CC"/>
                  </a:solidFill>
                  <a:latin typeface="DM Sans"/>
                  <a:ea typeface="DM Sans"/>
                  <a:cs typeface="DM Sans"/>
                  <a:sym typeface="DM Sans"/>
                </a:rPr>
                <a:t>   tx 0x7ff3…d48e</a:t>
              </a:r>
            </a:p>
            <a:p>
              <a:pPr algn="l">
                <a:lnSpc>
                  <a:spcPts val="2521"/>
                </a:lnSpc>
              </a:pPr>
              <a:r>
                <a:rPr lang="en-US" sz="2101" b="true">
                  <a:solidFill>
                    <a:srgbClr val="D585DF"/>
                  </a:solidFill>
                  <a:latin typeface="DM Sans Bold"/>
                  <a:ea typeface="DM Sans Bold"/>
                  <a:cs typeface="DM Sans Bold"/>
                  <a:sym typeface="DM Sans Bold"/>
                </a:rPr>
                <a:t>03  </a:t>
              </a:r>
              <a:r>
                <a:rPr lang="en-US" sz="2101">
                  <a:solidFill>
                    <a:srgbClr val="C4ECFF"/>
                  </a:solidFill>
                  <a:latin typeface="DM Sans"/>
                  <a:ea typeface="DM Sans"/>
                  <a:cs typeface="DM Sans"/>
                  <a:sym typeface="DM Sans"/>
                </a:rPr>
                <a:t>2 postulaciones con prueba ZK</a:t>
              </a:r>
            </a:p>
            <a:p>
              <a:pPr algn="l">
                <a:lnSpc>
                  <a:spcPts val="2521"/>
                </a:lnSpc>
              </a:pPr>
              <a:r>
                <a:rPr lang="en-US" sz="2101" b="true">
                  <a:solidFill>
                    <a:srgbClr val="D585DF"/>
                  </a:solidFill>
                  <a:latin typeface="DM Sans Bold"/>
                  <a:ea typeface="DM Sans Bold"/>
                  <a:cs typeface="DM Sans Bold"/>
                  <a:sym typeface="DM Sans Bold"/>
                </a:rPr>
                <a:t>04  </a:t>
              </a:r>
              <a:r>
                <a:rPr lang="en-US" sz="2101">
                  <a:solidFill>
                    <a:srgbClr val="C4ECFF"/>
                  </a:solidFill>
                  <a:latin typeface="DM Sans"/>
                  <a:ea typeface="DM Sans"/>
                  <a:cs typeface="DM Sans"/>
                  <a:sym typeface="DM Sans"/>
                </a:rPr>
                <a:t>2 aceptaciones por nullifier</a:t>
              </a:r>
            </a:p>
            <a:p>
              <a:pPr algn="l">
                <a:lnSpc>
                  <a:spcPts val="2521"/>
                </a:lnSpc>
              </a:pPr>
              <a:r>
                <a:rPr lang="en-US" sz="2101" b="true">
                  <a:solidFill>
                    <a:srgbClr val="D585DF"/>
                  </a:solidFill>
                  <a:latin typeface="DM Sans Bold"/>
                  <a:ea typeface="DM Sans Bold"/>
                  <a:cs typeface="DM Sans Bold"/>
                  <a:sym typeface="DM Sans Bold"/>
                </a:rPr>
                <a:t>05  </a:t>
              </a:r>
              <a:r>
                <a:rPr lang="en-US" sz="2101">
                  <a:solidFill>
                    <a:srgbClr val="C4ECFF"/>
                  </a:solidFill>
                  <a:latin typeface="DM Sans"/>
                  <a:ea typeface="DM Sans"/>
                  <a:cs typeface="DM Sans"/>
                  <a:sym typeface="DM Sans"/>
                </a:rPr>
                <a:t>Reveal</a:t>
              </a:r>
              <a:r>
                <a:rPr lang="en-US" sz="2101">
                  <a:solidFill>
                    <a:srgbClr val="C2C5CC"/>
                  </a:solidFill>
                  <a:latin typeface="DM Sans"/>
                  <a:ea typeface="DM Sans"/>
                  <a:cs typeface="DM Sans"/>
                  <a:sym typeface="DM Sans"/>
                </a:rPr>
                <a:t>   tx 0xae69…a68d</a:t>
              </a:r>
            </a:p>
            <a:p>
              <a:pPr algn="l">
                <a:lnSpc>
                  <a:spcPts val="2521"/>
                </a:lnSpc>
              </a:pPr>
              <a:r>
                <a:rPr lang="en-US" sz="2101">
                  <a:solidFill>
                    <a:srgbClr val="C2C5CC"/>
                  </a:solidFill>
                  <a:latin typeface="DM Sans"/>
                  <a:ea typeface="DM Sans"/>
                  <a:cs typeface="DM Sans"/>
                  <a:sym typeface="DM Sans"/>
                </a:rPr>
                <a:t>       rosterRoot 0xe803…c2ac</a:t>
              </a:r>
            </a:p>
            <a:p>
              <a:pPr algn="l">
                <a:lnSpc>
                  <a:spcPts val="2521"/>
                </a:lnSpc>
              </a:pPr>
              <a:r>
                <a:rPr lang="en-US" sz="2101" b="true">
                  <a:solidFill>
                    <a:srgbClr val="D585DF"/>
                  </a:solidFill>
                  <a:latin typeface="DM Sans Bold"/>
                  <a:ea typeface="DM Sans Bold"/>
                  <a:cs typeface="DM Sans Bold"/>
                  <a:sym typeface="DM Sans Bold"/>
                </a:rPr>
                <a:t>06  </a:t>
              </a:r>
              <a:r>
                <a:rPr lang="en-US" sz="2101">
                  <a:solidFill>
                    <a:srgbClr val="C4ECFF"/>
                  </a:solidFill>
                  <a:latin typeface="DM Sans"/>
                  <a:ea typeface="DM Sans"/>
                  <a:cs typeface="DM Sans"/>
                  <a:sym typeface="DM Sans"/>
                </a:rPr>
                <a:t>2 claims de NFT</a:t>
              </a:r>
              <a:r>
                <a:rPr lang="en-US" sz="2101">
                  <a:solidFill>
                    <a:srgbClr val="C2C5CC"/>
                  </a:solidFill>
                  <a:latin typeface="DM Sans"/>
                  <a:ea typeface="DM Sans"/>
                  <a:cs typeface="DM Sans"/>
                  <a:sym typeface="DM Sans"/>
                </a:rPr>
                <a:t>   → 0xD49E…8Ae8 · 0xeA48…F06E</a:t>
              </a:r>
            </a:p>
          </p:txBody>
        </p:sp>
      </p:grpSp>
      <p:grpSp>
        <p:nvGrpSpPr>
          <p:cNvPr name="Group 89" id="89"/>
          <p:cNvGrpSpPr/>
          <p:nvPr/>
        </p:nvGrpSpPr>
        <p:grpSpPr>
          <a:xfrm rot="0">
            <a:off x="2124894" y="4822193"/>
            <a:ext cx="845563" cy="999306"/>
            <a:chOff x="0" y="0"/>
            <a:chExt cx="1127417" cy="1332408"/>
          </a:xfrm>
        </p:grpSpPr>
        <p:sp>
          <p:nvSpPr>
            <p:cNvPr name="Freeform 90" id="90"/>
            <p:cNvSpPr/>
            <p:nvPr/>
          </p:nvSpPr>
          <p:spPr>
            <a:xfrm flipH="false" flipV="false" rot="0">
              <a:off x="197358" y="110998"/>
              <a:ext cx="366395" cy="426598"/>
            </a:xfrm>
            <a:custGeom>
              <a:avLst/>
              <a:gdLst/>
              <a:ahLst/>
              <a:cxnLst/>
              <a:rect r="r" b="b" t="t" l="l"/>
              <a:pathLst>
                <a:path h="426598" w="366395">
                  <a:moveTo>
                    <a:pt x="366395" y="0"/>
                  </a:moveTo>
                  <a:lnTo>
                    <a:pt x="366395" y="343154"/>
                  </a:lnTo>
                  <a:cubicBezTo>
                    <a:pt x="366395" y="418846"/>
                    <a:pt x="272161" y="455295"/>
                    <a:pt x="219837" y="399796"/>
                  </a:cubicBezTo>
                  <a:lnTo>
                    <a:pt x="0" y="166624"/>
                  </a:lnTo>
                </a:path>
              </a:pathLst>
            </a:custGeom>
            <a:blipFill>
              <a:blip r:embed="rId3">
                <a:alphaModFix amt="0"/>
              </a:blip>
              <a:stretch>
                <a:fillRect l="-366592" t="-26019" r="-466568" b="-186314"/>
              </a:stretch>
            </a:blipFill>
            <a:ln w="76869" cap="sq">
              <a:solidFill>
                <a:srgbClr val="C4ECFF"/>
              </a:solidFill>
              <a:prstDash val="solid"/>
              <a:miter/>
            </a:ln>
          </p:spPr>
        </p:sp>
      </p:grpSp>
      <p:grpSp>
        <p:nvGrpSpPr>
          <p:cNvPr name="Group 91" id="91"/>
          <p:cNvGrpSpPr/>
          <p:nvPr/>
        </p:nvGrpSpPr>
        <p:grpSpPr>
          <a:xfrm rot="0">
            <a:off x="2124894" y="4822193"/>
            <a:ext cx="845563" cy="999306"/>
            <a:chOff x="0" y="0"/>
            <a:chExt cx="1127417" cy="1332408"/>
          </a:xfrm>
        </p:grpSpPr>
        <p:sp>
          <p:nvSpPr>
            <p:cNvPr name="Freeform 92" id="92"/>
            <p:cNvSpPr/>
            <p:nvPr/>
          </p:nvSpPr>
          <p:spPr>
            <a:xfrm flipH="false" flipV="false" rot="0">
              <a:off x="694323" y="305308"/>
              <a:ext cx="433056" cy="360934"/>
            </a:xfrm>
            <a:custGeom>
              <a:avLst/>
              <a:gdLst/>
              <a:ahLst/>
              <a:cxnLst/>
              <a:rect r="r" b="b" t="t" l="l"/>
              <a:pathLst>
                <a:path h="360934" w="433056">
                  <a:moveTo>
                    <a:pt x="433056" y="360934"/>
                  </a:moveTo>
                  <a:lnTo>
                    <a:pt x="84695" y="360934"/>
                  </a:lnTo>
                  <a:cubicBezTo>
                    <a:pt x="7860" y="360934"/>
                    <a:pt x="-29097" y="268097"/>
                    <a:pt x="27164" y="216662"/>
                  </a:cubicBezTo>
                  <a:lnTo>
                    <a:pt x="264019" y="0"/>
                  </a:lnTo>
                </a:path>
              </a:pathLst>
            </a:custGeom>
            <a:blipFill>
              <a:blip r:embed="rId3">
                <a:alphaModFix amt="0"/>
              </a:blip>
              <a:stretch>
                <a:fillRect l="-424920" t="-84588" r="-264597" b="-184567"/>
              </a:stretch>
            </a:blipFill>
            <a:ln w="76869" cap="sq">
              <a:solidFill>
                <a:srgbClr val="C4ECFF"/>
              </a:solidFill>
              <a:prstDash val="solid"/>
              <a:miter/>
            </a:ln>
          </p:spPr>
        </p:sp>
      </p:grpSp>
      <p:grpSp>
        <p:nvGrpSpPr>
          <p:cNvPr name="Group 93" id="93"/>
          <p:cNvGrpSpPr/>
          <p:nvPr/>
        </p:nvGrpSpPr>
        <p:grpSpPr>
          <a:xfrm rot="0">
            <a:off x="2124894" y="4822193"/>
            <a:ext cx="845563" cy="999306"/>
            <a:chOff x="0" y="0"/>
            <a:chExt cx="1127417" cy="1332408"/>
          </a:xfrm>
        </p:grpSpPr>
        <p:sp>
          <p:nvSpPr>
            <p:cNvPr name="Freeform 94" id="94"/>
            <p:cNvSpPr/>
            <p:nvPr/>
          </p:nvSpPr>
          <p:spPr>
            <a:xfrm flipH="false" flipV="false" rot="0">
              <a:off x="563753" y="794761"/>
              <a:ext cx="366395" cy="426598"/>
            </a:xfrm>
            <a:custGeom>
              <a:avLst/>
              <a:gdLst/>
              <a:ahLst/>
              <a:cxnLst/>
              <a:rect r="r" b="b" t="t" l="l"/>
              <a:pathLst>
                <a:path h="426598" w="366395">
                  <a:moveTo>
                    <a:pt x="0" y="426598"/>
                  </a:moveTo>
                  <a:lnTo>
                    <a:pt x="0" y="83444"/>
                  </a:lnTo>
                  <a:cubicBezTo>
                    <a:pt x="0" y="7752"/>
                    <a:pt x="94234" y="-28697"/>
                    <a:pt x="146558" y="26802"/>
                  </a:cubicBezTo>
                  <a:lnTo>
                    <a:pt x="366395" y="260101"/>
                  </a:lnTo>
                </a:path>
              </a:pathLst>
            </a:custGeom>
            <a:blipFill>
              <a:blip r:embed="rId3">
                <a:alphaModFix amt="0"/>
              </a:blip>
              <a:stretch>
                <a:fillRect l="-466592" t="-186302" r="-366568" b="-26031"/>
              </a:stretch>
            </a:blipFill>
            <a:ln w="76869" cap="sq">
              <a:solidFill>
                <a:srgbClr val="C4ECFF"/>
              </a:solidFill>
              <a:prstDash val="solid"/>
              <a:miter/>
            </a:ln>
          </p:spPr>
        </p:sp>
      </p:grpSp>
      <p:grpSp>
        <p:nvGrpSpPr>
          <p:cNvPr name="Group 95" id="95"/>
          <p:cNvGrpSpPr/>
          <p:nvPr/>
        </p:nvGrpSpPr>
        <p:grpSpPr>
          <a:xfrm rot="0">
            <a:off x="2124894" y="4822193"/>
            <a:ext cx="845563" cy="999306"/>
            <a:chOff x="0" y="0"/>
            <a:chExt cx="1127417" cy="1332408"/>
          </a:xfrm>
        </p:grpSpPr>
        <p:sp>
          <p:nvSpPr>
            <p:cNvPr name="Freeform 96" id="96"/>
            <p:cNvSpPr/>
            <p:nvPr/>
          </p:nvSpPr>
          <p:spPr>
            <a:xfrm flipH="false" flipV="false" rot="0">
              <a:off x="0" y="666242"/>
              <a:ext cx="433056" cy="360807"/>
            </a:xfrm>
            <a:custGeom>
              <a:avLst/>
              <a:gdLst/>
              <a:ahLst/>
              <a:cxnLst/>
              <a:rect r="r" b="b" t="t" l="l"/>
              <a:pathLst>
                <a:path h="360807" w="433056">
                  <a:moveTo>
                    <a:pt x="0" y="0"/>
                  </a:moveTo>
                  <a:lnTo>
                    <a:pt x="348361" y="0"/>
                  </a:lnTo>
                  <a:cubicBezTo>
                    <a:pt x="425196" y="0"/>
                    <a:pt x="462153" y="92837"/>
                    <a:pt x="405892" y="144272"/>
                  </a:cubicBezTo>
                  <a:lnTo>
                    <a:pt x="169164" y="360807"/>
                  </a:lnTo>
                </a:path>
              </a:pathLst>
            </a:custGeom>
            <a:blipFill>
              <a:blip r:embed="rId3">
                <a:alphaModFix amt="0"/>
              </a:blip>
              <a:stretch>
                <a:fillRect l="-264588" t="-184653" r="-424928" b="-84632"/>
              </a:stretch>
            </a:blipFill>
            <a:ln w="76869" cap="sq">
              <a:solidFill>
                <a:srgbClr val="C4ECFF"/>
              </a:solidFill>
              <a:prstDash val="solid"/>
              <a:miter/>
            </a:ln>
          </p:spPr>
        </p:sp>
      </p:grpSp>
      <p:grpSp>
        <p:nvGrpSpPr>
          <p:cNvPr name="Group 97" id="97"/>
          <p:cNvGrpSpPr/>
          <p:nvPr/>
        </p:nvGrpSpPr>
        <p:grpSpPr>
          <a:xfrm rot="0">
            <a:off x="15224312" y="4822193"/>
            <a:ext cx="845563" cy="999306"/>
            <a:chOff x="0" y="0"/>
            <a:chExt cx="1127417" cy="1332408"/>
          </a:xfrm>
        </p:grpSpPr>
        <p:sp>
          <p:nvSpPr>
            <p:cNvPr name="Freeform 98" id="98"/>
            <p:cNvSpPr/>
            <p:nvPr/>
          </p:nvSpPr>
          <p:spPr>
            <a:xfrm flipH="false" flipV="false" rot="0">
              <a:off x="197358" y="110998"/>
              <a:ext cx="366395" cy="426598"/>
            </a:xfrm>
            <a:custGeom>
              <a:avLst/>
              <a:gdLst/>
              <a:ahLst/>
              <a:cxnLst/>
              <a:rect r="r" b="b" t="t" l="l"/>
              <a:pathLst>
                <a:path h="426598" w="366395">
                  <a:moveTo>
                    <a:pt x="366395" y="0"/>
                  </a:moveTo>
                  <a:lnTo>
                    <a:pt x="366395" y="343154"/>
                  </a:lnTo>
                  <a:cubicBezTo>
                    <a:pt x="366395" y="418846"/>
                    <a:pt x="272161" y="455295"/>
                    <a:pt x="219837" y="399796"/>
                  </a:cubicBezTo>
                  <a:lnTo>
                    <a:pt x="0" y="166624"/>
                  </a:lnTo>
                </a:path>
              </a:pathLst>
            </a:custGeom>
            <a:blipFill>
              <a:blip r:embed="rId3">
                <a:alphaModFix amt="0"/>
              </a:blip>
              <a:stretch>
                <a:fillRect l="-366592" t="-26019" r="-466568" b="-186314"/>
              </a:stretch>
            </a:blipFill>
            <a:ln w="76869" cap="sq">
              <a:solidFill>
                <a:srgbClr val="C4ECFF"/>
              </a:solidFill>
              <a:prstDash val="solid"/>
              <a:miter/>
            </a:ln>
          </p:spPr>
        </p:sp>
      </p:grpSp>
      <p:grpSp>
        <p:nvGrpSpPr>
          <p:cNvPr name="Group 99" id="99"/>
          <p:cNvGrpSpPr/>
          <p:nvPr/>
        </p:nvGrpSpPr>
        <p:grpSpPr>
          <a:xfrm rot="0">
            <a:off x="15224312" y="4822193"/>
            <a:ext cx="845563" cy="999306"/>
            <a:chOff x="0" y="0"/>
            <a:chExt cx="1127417" cy="1332408"/>
          </a:xfrm>
        </p:grpSpPr>
        <p:sp>
          <p:nvSpPr>
            <p:cNvPr name="Freeform 100" id="100"/>
            <p:cNvSpPr/>
            <p:nvPr/>
          </p:nvSpPr>
          <p:spPr>
            <a:xfrm flipH="false" flipV="false" rot="0">
              <a:off x="694323" y="305308"/>
              <a:ext cx="433056" cy="360934"/>
            </a:xfrm>
            <a:custGeom>
              <a:avLst/>
              <a:gdLst/>
              <a:ahLst/>
              <a:cxnLst/>
              <a:rect r="r" b="b" t="t" l="l"/>
              <a:pathLst>
                <a:path h="360934" w="433056">
                  <a:moveTo>
                    <a:pt x="433056" y="360934"/>
                  </a:moveTo>
                  <a:lnTo>
                    <a:pt x="84695" y="360934"/>
                  </a:lnTo>
                  <a:cubicBezTo>
                    <a:pt x="7860" y="360934"/>
                    <a:pt x="-29097" y="268097"/>
                    <a:pt x="27164" y="216662"/>
                  </a:cubicBezTo>
                  <a:lnTo>
                    <a:pt x="264019" y="0"/>
                  </a:lnTo>
                </a:path>
              </a:pathLst>
            </a:custGeom>
            <a:blipFill>
              <a:blip r:embed="rId3">
                <a:alphaModFix amt="0"/>
              </a:blip>
              <a:stretch>
                <a:fillRect l="-424920" t="-84588" r="-264597" b="-184567"/>
              </a:stretch>
            </a:blipFill>
            <a:ln w="76869" cap="sq">
              <a:solidFill>
                <a:srgbClr val="C4ECFF"/>
              </a:solidFill>
              <a:prstDash val="solid"/>
              <a:miter/>
            </a:ln>
          </p:spPr>
        </p:sp>
      </p:grpSp>
      <p:grpSp>
        <p:nvGrpSpPr>
          <p:cNvPr name="Group 101" id="101"/>
          <p:cNvGrpSpPr/>
          <p:nvPr/>
        </p:nvGrpSpPr>
        <p:grpSpPr>
          <a:xfrm rot="0">
            <a:off x="15224312" y="4822193"/>
            <a:ext cx="845563" cy="999306"/>
            <a:chOff x="0" y="0"/>
            <a:chExt cx="1127417" cy="1332408"/>
          </a:xfrm>
        </p:grpSpPr>
        <p:sp>
          <p:nvSpPr>
            <p:cNvPr name="Freeform 102" id="102"/>
            <p:cNvSpPr/>
            <p:nvPr/>
          </p:nvSpPr>
          <p:spPr>
            <a:xfrm flipH="false" flipV="false" rot="0">
              <a:off x="563753" y="794761"/>
              <a:ext cx="366395" cy="426598"/>
            </a:xfrm>
            <a:custGeom>
              <a:avLst/>
              <a:gdLst/>
              <a:ahLst/>
              <a:cxnLst/>
              <a:rect r="r" b="b" t="t" l="l"/>
              <a:pathLst>
                <a:path h="426598" w="366395">
                  <a:moveTo>
                    <a:pt x="0" y="426598"/>
                  </a:moveTo>
                  <a:lnTo>
                    <a:pt x="0" y="83444"/>
                  </a:lnTo>
                  <a:cubicBezTo>
                    <a:pt x="0" y="7752"/>
                    <a:pt x="94234" y="-28697"/>
                    <a:pt x="146558" y="26802"/>
                  </a:cubicBezTo>
                  <a:lnTo>
                    <a:pt x="366395" y="260101"/>
                  </a:lnTo>
                </a:path>
              </a:pathLst>
            </a:custGeom>
            <a:blipFill>
              <a:blip r:embed="rId3">
                <a:alphaModFix amt="0"/>
              </a:blip>
              <a:stretch>
                <a:fillRect l="-466592" t="-186302" r="-366568" b="-26031"/>
              </a:stretch>
            </a:blipFill>
            <a:ln w="76869" cap="sq">
              <a:solidFill>
                <a:srgbClr val="C4ECFF"/>
              </a:solidFill>
              <a:prstDash val="solid"/>
              <a:miter/>
            </a:ln>
          </p:spPr>
        </p:sp>
      </p:grpSp>
      <p:grpSp>
        <p:nvGrpSpPr>
          <p:cNvPr name="Group 103" id="103"/>
          <p:cNvGrpSpPr/>
          <p:nvPr/>
        </p:nvGrpSpPr>
        <p:grpSpPr>
          <a:xfrm rot="0">
            <a:off x="15224312" y="4822193"/>
            <a:ext cx="845563" cy="999306"/>
            <a:chOff x="0" y="0"/>
            <a:chExt cx="1127417" cy="1332408"/>
          </a:xfrm>
        </p:grpSpPr>
        <p:sp>
          <p:nvSpPr>
            <p:cNvPr name="Freeform 104" id="104"/>
            <p:cNvSpPr/>
            <p:nvPr/>
          </p:nvSpPr>
          <p:spPr>
            <a:xfrm flipH="false" flipV="false" rot="0">
              <a:off x="0" y="666242"/>
              <a:ext cx="433056" cy="360807"/>
            </a:xfrm>
            <a:custGeom>
              <a:avLst/>
              <a:gdLst/>
              <a:ahLst/>
              <a:cxnLst/>
              <a:rect r="r" b="b" t="t" l="l"/>
              <a:pathLst>
                <a:path h="360807" w="433056">
                  <a:moveTo>
                    <a:pt x="0" y="0"/>
                  </a:moveTo>
                  <a:lnTo>
                    <a:pt x="348361" y="0"/>
                  </a:lnTo>
                  <a:cubicBezTo>
                    <a:pt x="425196" y="0"/>
                    <a:pt x="462153" y="92837"/>
                    <a:pt x="405892" y="144272"/>
                  </a:cubicBezTo>
                  <a:lnTo>
                    <a:pt x="169164" y="360807"/>
                  </a:lnTo>
                </a:path>
              </a:pathLst>
            </a:custGeom>
            <a:blipFill>
              <a:blip r:embed="rId3">
                <a:alphaModFix amt="0"/>
              </a:blip>
              <a:stretch>
                <a:fillRect l="-264588" t="-184653" r="-424928" b="-84632"/>
              </a:stretch>
            </a:blipFill>
            <a:ln w="76869" cap="sq">
              <a:solidFill>
                <a:srgbClr val="C4ECFF"/>
              </a:solidFill>
              <a:prstDash val="solid"/>
              <a:miter/>
            </a:ln>
          </p:spPr>
        </p:sp>
      </p:grpSp>
      <p:sp>
        <p:nvSpPr>
          <p:cNvPr name="TextBox 105" id="105"/>
          <p:cNvSpPr txBox="true"/>
          <p:nvPr/>
        </p:nvSpPr>
        <p:spPr>
          <a:xfrm rot="0">
            <a:off x="640509" y="5867305"/>
            <a:ext cx="3866502" cy="425977"/>
          </a:xfrm>
          <a:prstGeom prst="rect">
            <a:avLst/>
          </a:prstGeom>
        </p:spPr>
        <p:txBody>
          <a:bodyPr anchor="t" rtlCol="false" tIns="0" lIns="0" bIns="0" rIns="0">
            <a:spAutoFit/>
          </a:bodyPr>
          <a:lstStyle/>
          <a:p>
            <a:pPr algn="ctr">
              <a:lnSpc>
                <a:spcPts val="2882"/>
              </a:lnSpc>
            </a:pPr>
            <a:r>
              <a:rPr lang="en-US" sz="2401">
                <a:solidFill>
                  <a:srgbClr val="C4ECFF"/>
                </a:solidFill>
                <a:latin typeface="Arimo"/>
                <a:ea typeface="Arimo"/>
                <a:cs typeface="Arimo"/>
                <a:sym typeface="Arimo"/>
              </a:rPr>
              <a:t>Contratos verificados</a:t>
            </a:r>
          </a:p>
        </p:txBody>
      </p:sp>
      <p:sp>
        <p:nvSpPr>
          <p:cNvPr name="TextBox 106" id="106"/>
          <p:cNvSpPr txBox="true"/>
          <p:nvPr/>
        </p:nvSpPr>
        <p:spPr>
          <a:xfrm rot="0">
            <a:off x="640509" y="6355528"/>
            <a:ext cx="3866502" cy="1944605"/>
          </a:xfrm>
          <a:prstGeom prst="rect">
            <a:avLst/>
          </a:prstGeom>
        </p:spPr>
        <p:txBody>
          <a:bodyPr anchor="t" rtlCol="false" tIns="0" lIns="0" bIns="0" rIns="0">
            <a:spAutoFit/>
          </a:bodyPr>
          <a:lstStyle/>
          <a:p>
            <a:pPr algn="ctr">
              <a:lnSpc>
                <a:spcPts val="3242"/>
              </a:lnSpc>
            </a:pPr>
            <a:r>
              <a:rPr lang="en-US" sz="1801">
                <a:solidFill>
                  <a:srgbClr val="C4ECFF"/>
                </a:solidFill>
                <a:latin typeface="Roboto"/>
                <a:ea typeface="Roboto"/>
                <a:cs typeface="Roboto"/>
                <a:sym typeface="Roboto"/>
              </a:rPr>
              <a:t>TeamRegistry 0x13B6…4BEC</a:t>
            </a:r>
          </a:p>
          <a:p>
            <a:pPr algn="ctr">
              <a:lnSpc>
                <a:spcPts val="3242"/>
              </a:lnSpc>
            </a:pPr>
            <a:r>
              <a:rPr lang="en-US" sz="1801">
                <a:solidFill>
                  <a:srgbClr val="C4ECFF"/>
                </a:solidFill>
                <a:latin typeface="Roboto"/>
                <a:ea typeface="Roboto"/>
                <a:cs typeface="Roboto"/>
                <a:sym typeface="Roboto"/>
              </a:rPr>
              <a:t>TeamCredential 0x403F…61F5</a:t>
            </a:r>
          </a:p>
          <a:p>
            <a:pPr algn="ctr">
              <a:lnSpc>
                <a:spcPts val="3242"/>
              </a:lnSpc>
            </a:pPr>
            <a:r>
              <a:rPr lang="en-US" sz="1801">
                <a:solidFill>
                  <a:srgbClr val="C4ECFF"/>
                </a:solidFill>
                <a:latin typeface="Roboto"/>
                <a:ea typeface="Roboto"/>
                <a:cs typeface="Roboto"/>
                <a:sym typeface="Roboto"/>
              </a:rPr>
              <a:t>Semaphore 0xBB10…C691</a:t>
            </a:r>
          </a:p>
          <a:p>
            <a:pPr algn="ctr">
              <a:lnSpc>
                <a:spcPts val="3242"/>
              </a:lnSpc>
            </a:pPr>
            <a:r>
              <a:rPr lang="en-US" sz="1801">
                <a:solidFill>
                  <a:srgbClr val="C2C5CC"/>
                </a:solidFill>
                <a:latin typeface="Roboto"/>
                <a:ea typeface="Roboto"/>
                <a:cs typeface="Roboto"/>
                <a:sym typeface="Roboto"/>
              </a:rPr>
              <a:t>Código verificado en Etherscan</a:t>
            </a:r>
          </a:p>
        </p:txBody>
      </p:sp>
      <p:sp>
        <p:nvSpPr>
          <p:cNvPr name="TextBox 107" id="107"/>
          <p:cNvSpPr txBox="true"/>
          <p:nvPr/>
        </p:nvSpPr>
        <p:spPr>
          <a:xfrm rot="0">
            <a:off x="13749528" y="5867305"/>
            <a:ext cx="3866502" cy="425977"/>
          </a:xfrm>
          <a:prstGeom prst="rect">
            <a:avLst/>
          </a:prstGeom>
        </p:spPr>
        <p:txBody>
          <a:bodyPr anchor="t" rtlCol="false" tIns="0" lIns="0" bIns="0" rIns="0">
            <a:spAutoFit/>
          </a:bodyPr>
          <a:lstStyle/>
          <a:p>
            <a:pPr algn="ctr">
              <a:lnSpc>
                <a:spcPts val="2882"/>
              </a:lnSpc>
            </a:pPr>
            <a:r>
              <a:rPr lang="en-US" sz="2401">
                <a:solidFill>
                  <a:srgbClr val="C4ECFF"/>
                </a:solidFill>
                <a:latin typeface="Arimo"/>
                <a:ea typeface="Arimo"/>
                <a:cs typeface="Arimo"/>
                <a:sym typeface="Arimo"/>
              </a:rPr>
              <a:t>Cómo verificarlo</a:t>
            </a:r>
          </a:p>
        </p:txBody>
      </p:sp>
      <p:sp>
        <p:nvSpPr>
          <p:cNvPr name="TextBox 108" id="108"/>
          <p:cNvSpPr txBox="true"/>
          <p:nvPr/>
        </p:nvSpPr>
        <p:spPr>
          <a:xfrm rot="0">
            <a:off x="13749528" y="6355528"/>
            <a:ext cx="3866502" cy="1670066"/>
          </a:xfrm>
          <a:prstGeom prst="rect">
            <a:avLst/>
          </a:prstGeom>
        </p:spPr>
        <p:txBody>
          <a:bodyPr anchor="t" rtlCol="false" tIns="0" lIns="0" bIns="0" rIns="0">
            <a:spAutoFit/>
          </a:bodyPr>
          <a:lstStyle/>
          <a:p>
            <a:pPr algn="ctr">
              <a:lnSpc>
                <a:spcPts val="3242"/>
              </a:lnSpc>
            </a:pPr>
            <a:r>
              <a:rPr lang="en-US" sz="1801">
                <a:solidFill>
                  <a:srgbClr val="C4ECFF"/>
                </a:solidFill>
                <a:latin typeface="Roboto"/>
                <a:ea typeface="Roboto"/>
                <a:cs typeface="Roboto"/>
                <a:sym typeface="Roboto"/>
              </a:rPr>
              <a:t>En Etherscan: TeamCredential → Read contract → ownerOf(1) u ownerOf(2).</a:t>
            </a:r>
          </a:p>
        </p:txBody>
      </p:sp>
      <p:grpSp>
        <p:nvGrpSpPr>
          <p:cNvPr name="Group 109" id="109"/>
          <p:cNvGrpSpPr/>
          <p:nvPr/>
        </p:nvGrpSpPr>
        <p:grpSpPr>
          <a:xfrm rot="0">
            <a:off x="547897" y="373570"/>
            <a:ext cx="418252" cy="494300"/>
            <a:chOff x="0" y="0"/>
            <a:chExt cx="557670" cy="659066"/>
          </a:xfrm>
        </p:grpSpPr>
        <p:sp>
          <p:nvSpPr>
            <p:cNvPr name="Freeform 110" id="110"/>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111" id="111"/>
          <p:cNvGrpSpPr/>
          <p:nvPr/>
        </p:nvGrpSpPr>
        <p:grpSpPr>
          <a:xfrm rot="0">
            <a:off x="547897" y="373570"/>
            <a:ext cx="418252" cy="494300"/>
            <a:chOff x="0" y="0"/>
            <a:chExt cx="557670" cy="659066"/>
          </a:xfrm>
        </p:grpSpPr>
        <p:sp>
          <p:nvSpPr>
            <p:cNvPr name="Freeform 112" id="112"/>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113" id="113"/>
          <p:cNvGrpSpPr/>
          <p:nvPr/>
        </p:nvGrpSpPr>
        <p:grpSpPr>
          <a:xfrm rot="0">
            <a:off x="547897" y="373570"/>
            <a:ext cx="418252" cy="494300"/>
            <a:chOff x="0" y="0"/>
            <a:chExt cx="557670" cy="659066"/>
          </a:xfrm>
        </p:grpSpPr>
        <p:sp>
          <p:nvSpPr>
            <p:cNvPr name="Freeform 114" id="114"/>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115" id="115"/>
          <p:cNvGrpSpPr/>
          <p:nvPr/>
        </p:nvGrpSpPr>
        <p:grpSpPr>
          <a:xfrm rot="0">
            <a:off x="547897" y="373570"/>
            <a:ext cx="418252" cy="494300"/>
            <a:chOff x="0" y="0"/>
            <a:chExt cx="557670" cy="659066"/>
          </a:xfrm>
        </p:grpSpPr>
        <p:sp>
          <p:nvSpPr>
            <p:cNvPr name="Freeform 116" id="116"/>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117" id="117"/>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sp>
        <p:nvSpPr>
          <p:cNvPr name="TextBox 118" id="118"/>
          <p:cNvSpPr txBox="true"/>
          <p:nvPr/>
        </p:nvSpPr>
        <p:spPr>
          <a:xfrm rot="0">
            <a:off x="4319273" y="1183919"/>
            <a:ext cx="9664675" cy="1172537"/>
          </a:xfrm>
          <a:prstGeom prst="rect">
            <a:avLst/>
          </a:prstGeom>
        </p:spPr>
        <p:txBody>
          <a:bodyPr anchor="t" rtlCol="false" tIns="0" lIns="0" bIns="0" rIns="0">
            <a:spAutoFit/>
          </a:bodyPr>
          <a:lstStyle/>
          <a:p>
            <a:pPr algn="ctr">
              <a:lnSpc>
                <a:spcPts val="6485"/>
              </a:lnSpc>
            </a:pPr>
            <a:r>
              <a:rPr lang="en-US" sz="5404">
                <a:solidFill>
                  <a:srgbClr val="C4ECFF"/>
                </a:solidFill>
                <a:latin typeface="Arimo"/>
                <a:ea typeface="Arimo"/>
                <a:cs typeface="Arimo"/>
                <a:sym typeface="Arimo"/>
              </a:rPr>
              <a:t>Demo en Sepolia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103014" cy="1094394"/>
            <a:chOff x="0" y="0"/>
            <a:chExt cx="1470685" cy="1459192"/>
          </a:xfrm>
        </p:grpSpPr>
        <p:sp>
          <p:nvSpPr>
            <p:cNvPr name="Freeform 3" id="3"/>
            <p:cNvSpPr/>
            <p:nvPr/>
          </p:nvSpPr>
          <p:spPr>
            <a:xfrm flipH="false" flipV="false" rot="0">
              <a:off x="0" y="0"/>
              <a:ext cx="1470660" cy="1459230"/>
            </a:xfrm>
            <a:custGeom>
              <a:avLst/>
              <a:gdLst/>
              <a:ahLst/>
              <a:cxnLst/>
              <a:rect r="r" b="b" t="t" l="l"/>
              <a:pathLst>
                <a:path h="1459230" w="1470660">
                  <a:moveTo>
                    <a:pt x="0" y="0"/>
                  </a:moveTo>
                  <a:lnTo>
                    <a:pt x="1470660" y="0"/>
                  </a:lnTo>
                  <a:lnTo>
                    <a:pt x="0" y="1459230"/>
                  </a:lnTo>
                  <a:close/>
                </a:path>
              </a:pathLst>
            </a:custGeom>
            <a:solidFill>
              <a:srgbClr val="283DBC"/>
            </a:solidFill>
          </p:spPr>
        </p:sp>
      </p:grpSp>
      <p:grpSp>
        <p:nvGrpSpPr>
          <p:cNvPr name="Group 4" id="4"/>
          <p:cNvGrpSpPr/>
          <p:nvPr/>
        </p:nvGrpSpPr>
        <p:grpSpPr>
          <a:xfrm rot="0">
            <a:off x="0" y="0"/>
            <a:ext cx="2206028" cy="2188797"/>
            <a:chOff x="0" y="0"/>
            <a:chExt cx="2941371" cy="2918396"/>
          </a:xfrm>
        </p:grpSpPr>
        <p:sp>
          <p:nvSpPr>
            <p:cNvPr name="Freeform 5" id="5"/>
            <p:cNvSpPr/>
            <p:nvPr/>
          </p:nvSpPr>
          <p:spPr>
            <a:xfrm flipH="false" flipV="false" rot="0">
              <a:off x="0" y="0"/>
              <a:ext cx="2941320" cy="2918333"/>
            </a:xfrm>
            <a:custGeom>
              <a:avLst/>
              <a:gdLst/>
              <a:ahLst/>
              <a:cxnLst/>
              <a:rect r="r" b="b" t="t" l="l"/>
              <a:pathLst>
                <a:path h="2918333" w="2941320">
                  <a:moveTo>
                    <a:pt x="441198" y="0"/>
                  </a:moveTo>
                  <a:lnTo>
                    <a:pt x="2941320" y="0"/>
                  </a:lnTo>
                  <a:lnTo>
                    <a:pt x="0" y="2918333"/>
                  </a:lnTo>
                  <a:lnTo>
                    <a:pt x="0" y="437769"/>
                  </a:lnTo>
                  <a:close/>
                </a:path>
              </a:pathLst>
            </a:custGeom>
            <a:solidFill>
              <a:srgbClr val="273CB9"/>
            </a:solidFill>
          </p:spPr>
        </p:sp>
      </p:grpSp>
      <p:grpSp>
        <p:nvGrpSpPr>
          <p:cNvPr name="Group 6" id="6"/>
          <p:cNvGrpSpPr/>
          <p:nvPr/>
        </p:nvGrpSpPr>
        <p:grpSpPr>
          <a:xfrm rot="0">
            <a:off x="0" y="0"/>
            <a:ext cx="3309042" cy="3283191"/>
            <a:chOff x="0" y="0"/>
            <a:chExt cx="4412056" cy="4377588"/>
          </a:xfrm>
        </p:grpSpPr>
        <p:sp>
          <p:nvSpPr>
            <p:cNvPr name="Freeform 7" id="7"/>
            <p:cNvSpPr/>
            <p:nvPr/>
          </p:nvSpPr>
          <p:spPr>
            <a:xfrm flipH="false" flipV="false" rot="0">
              <a:off x="0" y="0"/>
              <a:ext cx="4412107" cy="4377563"/>
            </a:xfrm>
            <a:custGeom>
              <a:avLst/>
              <a:gdLst/>
              <a:ahLst/>
              <a:cxnLst/>
              <a:rect r="r" b="b" t="t" l="l"/>
              <a:pathLst>
                <a:path h="4377563" w="4412107">
                  <a:moveTo>
                    <a:pt x="1911858" y="0"/>
                  </a:moveTo>
                  <a:lnTo>
                    <a:pt x="4412107" y="0"/>
                  </a:lnTo>
                  <a:lnTo>
                    <a:pt x="0" y="4377563"/>
                  </a:lnTo>
                  <a:lnTo>
                    <a:pt x="0" y="1896999"/>
                  </a:lnTo>
                  <a:close/>
                </a:path>
              </a:pathLst>
            </a:custGeom>
            <a:solidFill>
              <a:srgbClr val="263BB7"/>
            </a:solidFill>
          </p:spPr>
        </p:sp>
      </p:grpSp>
      <p:grpSp>
        <p:nvGrpSpPr>
          <p:cNvPr name="Group 8" id="8"/>
          <p:cNvGrpSpPr/>
          <p:nvPr/>
        </p:nvGrpSpPr>
        <p:grpSpPr>
          <a:xfrm rot="0">
            <a:off x="0" y="0"/>
            <a:ext cx="4412056" cy="4377595"/>
            <a:chOff x="0" y="0"/>
            <a:chExt cx="5882742" cy="5836793"/>
          </a:xfrm>
        </p:grpSpPr>
        <p:sp>
          <p:nvSpPr>
            <p:cNvPr name="Freeform 9" id="9"/>
            <p:cNvSpPr/>
            <p:nvPr/>
          </p:nvSpPr>
          <p:spPr>
            <a:xfrm flipH="false" flipV="false" rot="0">
              <a:off x="0" y="0"/>
              <a:ext cx="5882767" cy="5836793"/>
            </a:xfrm>
            <a:custGeom>
              <a:avLst/>
              <a:gdLst/>
              <a:ahLst/>
              <a:cxnLst/>
              <a:rect r="r" b="b" t="t" l="l"/>
              <a:pathLst>
                <a:path h="5836793" w="5882767">
                  <a:moveTo>
                    <a:pt x="3382518" y="0"/>
                  </a:moveTo>
                  <a:lnTo>
                    <a:pt x="5882767" y="0"/>
                  </a:lnTo>
                  <a:lnTo>
                    <a:pt x="0" y="5836793"/>
                  </a:lnTo>
                  <a:lnTo>
                    <a:pt x="0" y="3356102"/>
                  </a:lnTo>
                  <a:close/>
                </a:path>
              </a:pathLst>
            </a:custGeom>
            <a:solidFill>
              <a:srgbClr val="2539B5"/>
            </a:solidFill>
          </p:spPr>
        </p:sp>
      </p:grpSp>
      <p:grpSp>
        <p:nvGrpSpPr>
          <p:cNvPr name="Group 10" id="10"/>
          <p:cNvGrpSpPr/>
          <p:nvPr/>
        </p:nvGrpSpPr>
        <p:grpSpPr>
          <a:xfrm rot="0">
            <a:off x="0" y="0"/>
            <a:ext cx="5515061" cy="5471989"/>
            <a:chOff x="0" y="0"/>
            <a:chExt cx="7353414" cy="7295985"/>
          </a:xfrm>
        </p:grpSpPr>
        <p:sp>
          <p:nvSpPr>
            <p:cNvPr name="Freeform 11" id="11"/>
            <p:cNvSpPr/>
            <p:nvPr/>
          </p:nvSpPr>
          <p:spPr>
            <a:xfrm flipH="false" flipV="false" rot="0">
              <a:off x="0" y="0"/>
              <a:ext cx="7353427" cy="7296023"/>
            </a:xfrm>
            <a:custGeom>
              <a:avLst/>
              <a:gdLst/>
              <a:ahLst/>
              <a:cxnLst/>
              <a:rect r="r" b="b" t="t" l="l"/>
              <a:pathLst>
                <a:path h="7296023" w="7353427">
                  <a:moveTo>
                    <a:pt x="4853305" y="0"/>
                  </a:moveTo>
                  <a:lnTo>
                    <a:pt x="7353427" y="0"/>
                  </a:lnTo>
                  <a:lnTo>
                    <a:pt x="0" y="7296023"/>
                  </a:lnTo>
                  <a:lnTo>
                    <a:pt x="0" y="4815332"/>
                  </a:lnTo>
                  <a:close/>
                </a:path>
              </a:pathLst>
            </a:custGeom>
            <a:solidFill>
              <a:srgbClr val="2438B2"/>
            </a:solidFill>
          </p:spPr>
        </p:sp>
      </p:grpSp>
      <p:grpSp>
        <p:nvGrpSpPr>
          <p:cNvPr name="Group 12" id="12"/>
          <p:cNvGrpSpPr/>
          <p:nvPr/>
        </p:nvGrpSpPr>
        <p:grpSpPr>
          <a:xfrm rot="0">
            <a:off x="0" y="0"/>
            <a:ext cx="6618075" cy="6566392"/>
            <a:chOff x="0" y="0"/>
            <a:chExt cx="8824100" cy="8755190"/>
          </a:xfrm>
        </p:grpSpPr>
        <p:sp>
          <p:nvSpPr>
            <p:cNvPr name="Freeform 13" id="13"/>
            <p:cNvSpPr/>
            <p:nvPr/>
          </p:nvSpPr>
          <p:spPr>
            <a:xfrm flipH="false" flipV="false" rot="0">
              <a:off x="0" y="0"/>
              <a:ext cx="8824087" cy="8755126"/>
            </a:xfrm>
            <a:custGeom>
              <a:avLst/>
              <a:gdLst/>
              <a:ahLst/>
              <a:cxnLst/>
              <a:rect r="r" b="b" t="t" l="l"/>
              <a:pathLst>
                <a:path h="8755126" w="8824087">
                  <a:moveTo>
                    <a:pt x="6323965" y="0"/>
                  </a:moveTo>
                  <a:lnTo>
                    <a:pt x="8824087" y="0"/>
                  </a:lnTo>
                  <a:lnTo>
                    <a:pt x="0" y="8755126"/>
                  </a:lnTo>
                  <a:lnTo>
                    <a:pt x="0" y="6274562"/>
                  </a:lnTo>
                  <a:close/>
                </a:path>
              </a:pathLst>
            </a:custGeom>
            <a:solidFill>
              <a:srgbClr val="2336B0"/>
            </a:solidFill>
          </p:spPr>
        </p:sp>
      </p:grpSp>
      <p:grpSp>
        <p:nvGrpSpPr>
          <p:cNvPr name="Group 14" id="14"/>
          <p:cNvGrpSpPr/>
          <p:nvPr/>
        </p:nvGrpSpPr>
        <p:grpSpPr>
          <a:xfrm rot="0">
            <a:off x="0" y="0"/>
            <a:ext cx="7721089" cy="7660786"/>
            <a:chOff x="0" y="0"/>
            <a:chExt cx="10294785" cy="10214381"/>
          </a:xfrm>
        </p:grpSpPr>
        <p:sp>
          <p:nvSpPr>
            <p:cNvPr name="Freeform 15" id="15"/>
            <p:cNvSpPr/>
            <p:nvPr/>
          </p:nvSpPr>
          <p:spPr>
            <a:xfrm flipH="false" flipV="false" rot="0">
              <a:off x="0" y="0"/>
              <a:ext cx="10294747" cy="10214356"/>
            </a:xfrm>
            <a:custGeom>
              <a:avLst/>
              <a:gdLst/>
              <a:ahLst/>
              <a:cxnLst/>
              <a:rect r="r" b="b" t="t" l="l"/>
              <a:pathLst>
                <a:path h="10214356" w="10294747">
                  <a:moveTo>
                    <a:pt x="7794625" y="0"/>
                  </a:moveTo>
                  <a:lnTo>
                    <a:pt x="10294747" y="0"/>
                  </a:lnTo>
                  <a:lnTo>
                    <a:pt x="0" y="10214356"/>
                  </a:lnTo>
                  <a:lnTo>
                    <a:pt x="0" y="7733792"/>
                  </a:lnTo>
                  <a:close/>
                </a:path>
              </a:pathLst>
            </a:custGeom>
            <a:solidFill>
              <a:srgbClr val="2235AD"/>
            </a:solidFill>
          </p:spPr>
        </p:sp>
      </p:grpSp>
      <p:grpSp>
        <p:nvGrpSpPr>
          <p:cNvPr name="Group 16" id="16"/>
          <p:cNvGrpSpPr/>
          <p:nvPr/>
        </p:nvGrpSpPr>
        <p:grpSpPr>
          <a:xfrm rot="0">
            <a:off x="0" y="0"/>
            <a:ext cx="8824103" cy="8755190"/>
            <a:chOff x="0" y="0"/>
            <a:chExt cx="11765470" cy="11673586"/>
          </a:xfrm>
        </p:grpSpPr>
        <p:sp>
          <p:nvSpPr>
            <p:cNvPr name="Freeform 17" id="17"/>
            <p:cNvSpPr/>
            <p:nvPr/>
          </p:nvSpPr>
          <p:spPr>
            <a:xfrm flipH="false" flipV="false" rot="0">
              <a:off x="0" y="0"/>
              <a:ext cx="11765407" cy="11673586"/>
            </a:xfrm>
            <a:custGeom>
              <a:avLst/>
              <a:gdLst/>
              <a:ahLst/>
              <a:cxnLst/>
              <a:rect r="r" b="b" t="t" l="l"/>
              <a:pathLst>
                <a:path h="11673586" w="11765407">
                  <a:moveTo>
                    <a:pt x="9265285" y="0"/>
                  </a:moveTo>
                  <a:lnTo>
                    <a:pt x="11765407" y="0"/>
                  </a:lnTo>
                  <a:lnTo>
                    <a:pt x="0" y="11673586"/>
                  </a:lnTo>
                  <a:lnTo>
                    <a:pt x="0" y="9192895"/>
                  </a:lnTo>
                  <a:close/>
                </a:path>
              </a:pathLst>
            </a:custGeom>
            <a:solidFill>
              <a:srgbClr val="2134AB"/>
            </a:solidFill>
          </p:spPr>
        </p:sp>
      </p:grpSp>
      <p:grpSp>
        <p:nvGrpSpPr>
          <p:cNvPr name="Group 18" id="18"/>
          <p:cNvGrpSpPr/>
          <p:nvPr/>
        </p:nvGrpSpPr>
        <p:grpSpPr>
          <a:xfrm rot="0">
            <a:off x="0" y="0"/>
            <a:ext cx="9927117" cy="9849583"/>
            <a:chOff x="0" y="0"/>
            <a:chExt cx="13236156" cy="13132778"/>
          </a:xfrm>
        </p:grpSpPr>
        <p:sp>
          <p:nvSpPr>
            <p:cNvPr name="Freeform 19" id="19"/>
            <p:cNvSpPr/>
            <p:nvPr/>
          </p:nvSpPr>
          <p:spPr>
            <a:xfrm flipH="false" flipV="false" rot="0">
              <a:off x="0" y="0"/>
              <a:ext cx="13236067" cy="13132815"/>
            </a:xfrm>
            <a:custGeom>
              <a:avLst/>
              <a:gdLst/>
              <a:ahLst/>
              <a:cxnLst/>
              <a:rect r="r" b="b" t="t" l="l"/>
              <a:pathLst>
                <a:path h="13132815" w="13236067">
                  <a:moveTo>
                    <a:pt x="10735945" y="0"/>
                  </a:moveTo>
                  <a:lnTo>
                    <a:pt x="13236067" y="0"/>
                  </a:lnTo>
                  <a:lnTo>
                    <a:pt x="0" y="13132815"/>
                  </a:lnTo>
                  <a:lnTo>
                    <a:pt x="0" y="10652125"/>
                  </a:lnTo>
                  <a:close/>
                </a:path>
              </a:pathLst>
            </a:custGeom>
            <a:solidFill>
              <a:srgbClr val="2032A8"/>
            </a:solidFill>
          </p:spPr>
        </p:sp>
      </p:grpSp>
      <p:grpSp>
        <p:nvGrpSpPr>
          <p:cNvPr name="Group 20" id="20"/>
          <p:cNvGrpSpPr/>
          <p:nvPr/>
        </p:nvGrpSpPr>
        <p:grpSpPr>
          <a:xfrm rot="0">
            <a:off x="0" y="0"/>
            <a:ext cx="11030131" cy="10295039"/>
            <a:chOff x="0" y="0"/>
            <a:chExt cx="14706841" cy="13726719"/>
          </a:xfrm>
        </p:grpSpPr>
        <p:sp>
          <p:nvSpPr>
            <p:cNvPr name="Freeform 21" id="21"/>
            <p:cNvSpPr/>
            <p:nvPr/>
          </p:nvSpPr>
          <p:spPr>
            <a:xfrm flipH="false" flipV="false" rot="0">
              <a:off x="0" y="0"/>
              <a:ext cx="14706854" cy="13726668"/>
            </a:xfrm>
            <a:custGeom>
              <a:avLst/>
              <a:gdLst/>
              <a:ahLst/>
              <a:cxnLst/>
              <a:rect r="r" b="b" t="t" l="l"/>
              <a:pathLst>
                <a:path h="13726668" w="14706854">
                  <a:moveTo>
                    <a:pt x="12206732" y="0"/>
                  </a:moveTo>
                  <a:lnTo>
                    <a:pt x="14706854" y="0"/>
                  </a:lnTo>
                  <a:lnTo>
                    <a:pt x="872109" y="13726668"/>
                  </a:lnTo>
                  <a:lnTo>
                    <a:pt x="0" y="13726668"/>
                  </a:lnTo>
                  <a:lnTo>
                    <a:pt x="0" y="12111355"/>
                  </a:lnTo>
                  <a:close/>
                </a:path>
              </a:pathLst>
            </a:custGeom>
            <a:solidFill>
              <a:srgbClr val="2031A6"/>
            </a:solidFill>
          </p:spPr>
        </p:sp>
      </p:grpSp>
      <p:grpSp>
        <p:nvGrpSpPr>
          <p:cNvPr name="Group 22" id="22"/>
          <p:cNvGrpSpPr/>
          <p:nvPr/>
        </p:nvGrpSpPr>
        <p:grpSpPr>
          <a:xfrm rot="0">
            <a:off x="0" y="0"/>
            <a:ext cx="12133145" cy="10295039"/>
            <a:chOff x="0" y="0"/>
            <a:chExt cx="16177527" cy="13726719"/>
          </a:xfrm>
        </p:grpSpPr>
        <p:sp>
          <p:nvSpPr>
            <p:cNvPr name="Freeform 23" id="23"/>
            <p:cNvSpPr/>
            <p:nvPr/>
          </p:nvSpPr>
          <p:spPr>
            <a:xfrm flipH="false" flipV="false" rot="0">
              <a:off x="0" y="0"/>
              <a:ext cx="16177513" cy="13726668"/>
            </a:xfrm>
            <a:custGeom>
              <a:avLst/>
              <a:gdLst/>
              <a:ahLst/>
              <a:cxnLst/>
              <a:rect r="r" b="b" t="t" l="l"/>
              <a:pathLst>
                <a:path h="13726668" w="16177513">
                  <a:moveTo>
                    <a:pt x="13677392" y="0"/>
                  </a:moveTo>
                  <a:lnTo>
                    <a:pt x="16177513" y="0"/>
                  </a:lnTo>
                  <a:lnTo>
                    <a:pt x="2342769" y="13726668"/>
                  </a:lnTo>
                  <a:lnTo>
                    <a:pt x="0" y="13726668"/>
                  </a:lnTo>
                  <a:lnTo>
                    <a:pt x="0" y="13570457"/>
                  </a:lnTo>
                  <a:close/>
                </a:path>
              </a:pathLst>
            </a:custGeom>
            <a:solidFill>
              <a:srgbClr val="1F2FA4"/>
            </a:solidFill>
          </p:spPr>
        </p:sp>
      </p:grpSp>
      <p:grpSp>
        <p:nvGrpSpPr>
          <p:cNvPr name="Group 24" id="24"/>
          <p:cNvGrpSpPr/>
          <p:nvPr/>
        </p:nvGrpSpPr>
        <p:grpSpPr>
          <a:xfrm rot="0">
            <a:off x="984952" y="0"/>
            <a:ext cx="12251198" cy="10295039"/>
            <a:chOff x="0" y="0"/>
            <a:chExt cx="16334930" cy="13726719"/>
          </a:xfrm>
        </p:grpSpPr>
        <p:sp>
          <p:nvSpPr>
            <p:cNvPr name="Freeform 25" id="25"/>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E2EA1"/>
            </a:solidFill>
          </p:spPr>
        </p:sp>
      </p:grpSp>
      <p:grpSp>
        <p:nvGrpSpPr>
          <p:cNvPr name="Group 26" id="26"/>
          <p:cNvGrpSpPr/>
          <p:nvPr/>
        </p:nvGrpSpPr>
        <p:grpSpPr>
          <a:xfrm rot="0">
            <a:off x="2087966" y="0"/>
            <a:ext cx="12251198" cy="10295039"/>
            <a:chOff x="0" y="0"/>
            <a:chExt cx="16334930" cy="13726719"/>
          </a:xfrm>
        </p:grpSpPr>
        <p:sp>
          <p:nvSpPr>
            <p:cNvPr name="Freeform 27" id="27"/>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D2D9F"/>
            </a:solidFill>
          </p:spPr>
        </p:sp>
      </p:grpSp>
      <p:grpSp>
        <p:nvGrpSpPr>
          <p:cNvPr name="Group 28" id="28"/>
          <p:cNvGrpSpPr/>
          <p:nvPr/>
        </p:nvGrpSpPr>
        <p:grpSpPr>
          <a:xfrm rot="0">
            <a:off x="3190980" y="0"/>
            <a:ext cx="12251198" cy="10295039"/>
            <a:chOff x="0" y="0"/>
            <a:chExt cx="16334930" cy="13726719"/>
          </a:xfrm>
        </p:grpSpPr>
        <p:sp>
          <p:nvSpPr>
            <p:cNvPr name="Freeform 29" id="29"/>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C2B9C"/>
            </a:solidFill>
          </p:spPr>
        </p:sp>
      </p:grpSp>
      <p:grpSp>
        <p:nvGrpSpPr>
          <p:cNvPr name="Group 30" id="30"/>
          <p:cNvGrpSpPr/>
          <p:nvPr/>
        </p:nvGrpSpPr>
        <p:grpSpPr>
          <a:xfrm rot="0">
            <a:off x="4293994" y="0"/>
            <a:ext cx="12251198" cy="10295039"/>
            <a:chOff x="0" y="0"/>
            <a:chExt cx="16334930" cy="13726719"/>
          </a:xfrm>
        </p:grpSpPr>
        <p:sp>
          <p:nvSpPr>
            <p:cNvPr name="Freeform 31" id="31"/>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B2A9A"/>
            </a:solidFill>
          </p:spPr>
        </p:sp>
      </p:grpSp>
      <p:grpSp>
        <p:nvGrpSpPr>
          <p:cNvPr name="Group 32" id="32"/>
          <p:cNvGrpSpPr/>
          <p:nvPr/>
        </p:nvGrpSpPr>
        <p:grpSpPr>
          <a:xfrm rot="0">
            <a:off x="5396998" y="0"/>
            <a:ext cx="12251198" cy="10295039"/>
            <a:chOff x="0" y="0"/>
            <a:chExt cx="16334930" cy="13726719"/>
          </a:xfrm>
        </p:grpSpPr>
        <p:sp>
          <p:nvSpPr>
            <p:cNvPr name="Freeform 33" id="33"/>
            <p:cNvSpPr/>
            <p:nvPr/>
          </p:nvSpPr>
          <p:spPr>
            <a:xfrm flipH="false" flipV="false" rot="0">
              <a:off x="0" y="0"/>
              <a:ext cx="16334867" cy="13726668"/>
            </a:xfrm>
            <a:custGeom>
              <a:avLst/>
              <a:gdLst/>
              <a:ahLst/>
              <a:cxnLst/>
              <a:rect r="r" b="b" t="t" l="l"/>
              <a:pathLst>
                <a:path h="13726668" w="16334867">
                  <a:moveTo>
                    <a:pt x="13834745" y="0"/>
                  </a:moveTo>
                  <a:lnTo>
                    <a:pt x="16334867" y="0"/>
                  </a:lnTo>
                  <a:lnTo>
                    <a:pt x="2500122" y="13726668"/>
                  </a:lnTo>
                  <a:lnTo>
                    <a:pt x="0" y="13726668"/>
                  </a:lnTo>
                  <a:close/>
                </a:path>
              </a:pathLst>
            </a:custGeom>
            <a:solidFill>
              <a:srgbClr val="1A2997"/>
            </a:solidFill>
          </p:spPr>
        </p:sp>
      </p:grpSp>
      <p:grpSp>
        <p:nvGrpSpPr>
          <p:cNvPr name="Group 34" id="34"/>
          <p:cNvGrpSpPr/>
          <p:nvPr/>
        </p:nvGrpSpPr>
        <p:grpSpPr>
          <a:xfrm rot="0">
            <a:off x="6500012" y="0"/>
            <a:ext cx="11802237" cy="10295039"/>
            <a:chOff x="0" y="0"/>
            <a:chExt cx="15736316" cy="13726719"/>
          </a:xfrm>
        </p:grpSpPr>
        <p:sp>
          <p:nvSpPr>
            <p:cNvPr name="Freeform 35" id="35"/>
            <p:cNvSpPr/>
            <p:nvPr/>
          </p:nvSpPr>
          <p:spPr>
            <a:xfrm flipH="false" flipV="false" rot="0">
              <a:off x="0" y="0"/>
              <a:ext cx="15736315" cy="13726668"/>
            </a:xfrm>
            <a:custGeom>
              <a:avLst/>
              <a:gdLst/>
              <a:ahLst/>
              <a:cxnLst/>
              <a:rect r="r" b="b" t="t" l="l"/>
              <a:pathLst>
                <a:path h="13726668" w="15736315">
                  <a:moveTo>
                    <a:pt x="13834745" y="0"/>
                  </a:moveTo>
                  <a:lnTo>
                    <a:pt x="15736315" y="0"/>
                  </a:lnTo>
                  <a:lnTo>
                    <a:pt x="15736315" y="593979"/>
                  </a:lnTo>
                  <a:lnTo>
                    <a:pt x="2500122" y="13726668"/>
                  </a:lnTo>
                  <a:lnTo>
                    <a:pt x="0" y="13726668"/>
                  </a:lnTo>
                  <a:close/>
                </a:path>
              </a:pathLst>
            </a:custGeom>
            <a:solidFill>
              <a:srgbClr val="192795"/>
            </a:solidFill>
          </p:spPr>
        </p:sp>
      </p:grpSp>
      <p:grpSp>
        <p:nvGrpSpPr>
          <p:cNvPr name="Group 36" id="36"/>
          <p:cNvGrpSpPr/>
          <p:nvPr/>
        </p:nvGrpSpPr>
        <p:grpSpPr>
          <a:xfrm rot="0">
            <a:off x="7603026" y="0"/>
            <a:ext cx="10699223" cy="10295039"/>
            <a:chOff x="0" y="0"/>
            <a:chExt cx="14265631" cy="13726719"/>
          </a:xfrm>
        </p:grpSpPr>
        <p:sp>
          <p:nvSpPr>
            <p:cNvPr name="Freeform 37" id="37"/>
            <p:cNvSpPr/>
            <p:nvPr/>
          </p:nvSpPr>
          <p:spPr>
            <a:xfrm flipH="false" flipV="false" rot="0">
              <a:off x="0" y="0"/>
              <a:ext cx="14265656" cy="13726668"/>
            </a:xfrm>
            <a:custGeom>
              <a:avLst/>
              <a:gdLst/>
              <a:ahLst/>
              <a:cxnLst/>
              <a:rect r="r" b="b" t="t" l="l"/>
              <a:pathLst>
                <a:path h="13726668" w="14265656">
                  <a:moveTo>
                    <a:pt x="13834745" y="0"/>
                  </a:moveTo>
                  <a:lnTo>
                    <a:pt x="14265656" y="0"/>
                  </a:lnTo>
                  <a:lnTo>
                    <a:pt x="14265656" y="2053082"/>
                  </a:lnTo>
                  <a:lnTo>
                    <a:pt x="2500122" y="13726668"/>
                  </a:lnTo>
                  <a:lnTo>
                    <a:pt x="0" y="13726668"/>
                  </a:lnTo>
                  <a:close/>
                </a:path>
              </a:pathLst>
            </a:custGeom>
            <a:solidFill>
              <a:srgbClr val="192693"/>
            </a:solidFill>
          </p:spPr>
        </p:sp>
      </p:grpSp>
      <p:grpSp>
        <p:nvGrpSpPr>
          <p:cNvPr name="Group 38" id="38"/>
          <p:cNvGrpSpPr/>
          <p:nvPr/>
        </p:nvGrpSpPr>
        <p:grpSpPr>
          <a:xfrm rot="0">
            <a:off x="8706040" y="773782"/>
            <a:ext cx="9596209" cy="9521266"/>
            <a:chOff x="0" y="0"/>
            <a:chExt cx="12794945" cy="12695022"/>
          </a:xfrm>
        </p:grpSpPr>
        <p:sp>
          <p:nvSpPr>
            <p:cNvPr name="Freeform 39" id="39"/>
            <p:cNvSpPr/>
            <p:nvPr/>
          </p:nvSpPr>
          <p:spPr>
            <a:xfrm flipH="false" flipV="false" rot="0">
              <a:off x="0" y="0"/>
              <a:ext cx="12794996" cy="12695047"/>
            </a:xfrm>
            <a:custGeom>
              <a:avLst/>
              <a:gdLst/>
              <a:ahLst/>
              <a:cxnLst/>
              <a:rect r="r" b="b" t="t" l="l"/>
              <a:pathLst>
                <a:path h="12695047" w="12794996">
                  <a:moveTo>
                    <a:pt x="12794996" y="0"/>
                  </a:moveTo>
                  <a:lnTo>
                    <a:pt x="12794996" y="2480691"/>
                  </a:lnTo>
                  <a:lnTo>
                    <a:pt x="2500122" y="12695047"/>
                  </a:lnTo>
                  <a:lnTo>
                    <a:pt x="0" y="12695047"/>
                  </a:lnTo>
                  <a:close/>
                </a:path>
              </a:pathLst>
            </a:custGeom>
            <a:solidFill>
              <a:srgbClr val="182490"/>
            </a:solidFill>
          </p:spPr>
        </p:sp>
      </p:grpSp>
      <p:grpSp>
        <p:nvGrpSpPr>
          <p:cNvPr name="Group 40" id="40"/>
          <p:cNvGrpSpPr/>
          <p:nvPr/>
        </p:nvGrpSpPr>
        <p:grpSpPr>
          <a:xfrm rot="0">
            <a:off x="9809055" y="1868176"/>
            <a:ext cx="8493195" cy="8426863"/>
            <a:chOff x="0" y="0"/>
            <a:chExt cx="11324260" cy="11235817"/>
          </a:xfrm>
        </p:grpSpPr>
        <p:sp>
          <p:nvSpPr>
            <p:cNvPr name="Freeform 41" id="41"/>
            <p:cNvSpPr/>
            <p:nvPr/>
          </p:nvSpPr>
          <p:spPr>
            <a:xfrm flipH="false" flipV="false" rot="0">
              <a:off x="0" y="0"/>
              <a:ext cx="11324209" cy="11235817"/>
            </a:xfrm>
            <a:custGeom>
              <a:avLst/>
              <a:gdLst/>
              <a:ahLst/>
              <a:cxnLst/>
              <a:rect r="r" b="b" t="t" l="l"/>
              <a:pathLst>
                <a:path h="11235817" w="11324209">
                  <a:moveTo>
                    <a:pt x="11324209" y="0"/>
                  </a:moveTo>
                  <a:lnTo>
                    <a:pt x="11324209" y="2480691"/>
                  </a:lnTo>
                  <a:lnTo>
                    <a:pt x="2500122" y="11235817"/>
                  </a:lnTo>
                  <a:lnTo>
                    <a:pt x="0" y="11235817"/>
                  </a:lnTo>
                  <a:close/>
                </a:path>
              </a:pathLst>
            </a:custGeom>
            <a:solidFill>
              <a:srgbClr val="17238E"/>
            </a:solidFill>
          </p:spPr>
        </p:sp>
      </p:grpSp>
      <p:grpSp>
        <p:nvGrpSpPr>
          <p:cNvPr name="Group 42" id="42"/>
          <p:cNvGrpSpPr/>
          <p:nvPr/>
        </p:nvGrpSpPr>
        <p:grpSpPr>
          <a:xfrm rot="0">
            <a:off x="10912069" y="2962570"/>
            <a:ext cx="7390190" cy="7332469"/>
            <a:chOff x="0" y="0"/>
            <a:chExt cx="9853587" cy="9776625"/>
          </a:xfrm>
        </p:grpSpPr>
        <p:sp>
          <p:nvSpPr>
            <p:cNvPr name="Freeform 43" id="43"/>
            <p:cNvSpPr/>
            <p:nvPr/>
          </p:nvSpPr>
          <p:spPr>
            <a:xfrm flipH="false" flipV="false" rot="0">
              <a:off x="0" y="0"/>
              <a:ext cx="9853549" cy="9776587"/>
            </a:xfrm>
            <a:custGeom>
              <a:avLst/>
              <a:gdLst/>
              <a:ahLst/>
              <a:cxnLst/>
              <a:rect r="r" b="b" t="t" l="l"/>
              <a:pathLst>
                <a:path h="9776587" w="9853549">
                  <a:moveTo>
                    <a:pt x="9853549" y="0"/>
                  </a:moveTo>
                  <a:lnTo>
                    <a:pt x="9853549" y="2480691"/>
                  </a:lnTo>
                  <a:lnTo>
                    <a:pt x="2500122" y="9776587"/>
                  </a:lnTo>
                  <a:lnTo>
                    <a:pt x="0" y="9776587"/>
                  </a:lnTo>
                  <a:close/>
                </a:path>
              </a:pathLst>
            </a:custGeom>
            <a:solidFill>
              <a:srgbClr val="16228B"/>
            </a:solidFill>
          </p:spPr>
        </p:sp>
      </p:grpSp>
      <p:grpSp>
        <p:nvGrpSpPr>
          <p:cNvPr name="Group 44" id="44"/>
          <p:cNvGrpSpPr/>
          <p:nvPr/>
        </p:nvGrpSpPr>
        <p:grpSpPr>
          <a:xfrm rot="0">
            <a:off x="12015083" y="4056974"/>
            <a:ext cx="6287176" cy="6238065"/>
            <a:chOff x="0" y="0"/>
            <a:chExt cx="8382902" cy="8317420"/>
          </a:xfrm>
        </p:grpSpPr>
        <p:sp>
          <p:nvSpPr>
            <p:cNvPr name="Freeform 45" id="45"/>
            <p:cNvSpPr/>
            <p:nvPr/>
          </p:nvSpPr>
          <p:spPr>
            <a:xfrm flipH="false" flipV="false" rot="0">
              <a:off x="0" y="0"/>
              <a:ext cx="8382889" cy="8317484"/>
            </a:xfrm>
            <a:custGeom>
              <a:avLst/>
              <a:gdLst/>
              <a:ahLst/>
              <a:cxnLst/>
              <a:rect r="r" b="b" t="t" l="l"/>
              <a:pathLst>
                <a:path h="8317484" w="8382889">
                  <a:moveTo>
                    <a:pt x="8382889" y="0"/>
                  </a:moveTo>
                  <a:lnTo>
                    <a:pt x="8382889" y="2480691"/>
                  </a:lnTo>
                  <a:lnTo>
                    <a:pt x="2500122" y="8317484"/>
                  </a:lnTo>
                  <a:lnTo>
                    <a:pt x="0" y="8317484"/>
                  </a:lnTo>
                  <a:close/>
                </a:path>
              </a:pathLst>
            </a:custGeom>
            <a:solidFill>
              <a:srgbClr val="152089"/>
            </a:solidFill>
          </p:spPr>
        </p:sp>
      </p:grpSp>
      <p:grpSp>
        <p:nvGrpSpPr>
          <p:cNvPr name="Group 46" id="46"/>
          <p:cNvGrpSpPr/>
          <p:nvPr/>
        </p:nvGrpSpPr>
        <p:grpSpPr>
          <a:xfrm rot="0">
            <a:off x="13118097" y="5151368"/>
            <a:ext cx="5184162" cy="5143671"/>
            <a:chOff x="0" y="0"/>
            <a:chExt cx="6912216" cy="6858229"/>
          </a:xfrm>
        </p:grpSpPr>
        <p:sp>
          <p:nvSpPr>
            <p:cNvPr name="Freeform 47" id="47"/>
            <p:cNvSpPr/>
            <p:nvPr/>
          </p:nvSpPr>
          <p:spPr>
            <a:xfrm flipH="false" flipV="false" rot="0">
              <a:off x="0" y="0"/>
              <a:ext cx="6912229" cy="6858254"/>
            </a:xfrm>
            <a:custGeom>
              <a:avLst/>
              <a:gdLst/>
              <a:ahLst/>
              <a:cxnLst/>
              <a:rect r="r" b="b" t="t" l="l"/>
              <a:pathLst>
                <a:path h="6858254" w="6912229">
                  <a:moveTo>
                    <a:pt x="6912229" y="0"/>
                  </a:moveTo>
                  <a:lnTo>
                    <a:pt x="6912229" y="2480691"/>
                  </a:lnTo>
                  <a:lnTo>
                    <a:pt x="2500122" y="6858254"/>
                  </a:lnTo>
                  <a:lnTo>
                    <a:pt x="0" y="6858254"/>
                  </a:lnTo>
                  <a:close/>
                </a:path>
              </a:pathLst>
            </a:custGeom>
            <a:solidFill>
              <a:srgbClr val="141F86"/>
            </a:solidFill>
          </p:spPr>
        </p:sp>
      </p:grpSp>
      <p:grpSp>
        <p:nvGrpSpPr>
          <p:cNvPr name="Group 48" id="48"/>
          <p:cNvGrpSpPr/>
          <p:nvPr/>
        </p:nvGrpSpPr>
        <p:grpSpPr>
          <a:xfrm rot="0">
            <a:off x="14221101" y="6245771"/>
            <a:ext cx="4081148" cy="4049278"/>
            <a:chOff x="0" y="0"/>
            <a:chExt cx="5441531" cy="5399037"/>
          </a:xfrm>
        </p:grpSpPr>
        <p:sp>
          <p:nvSpPr>
            <p:cNvPr name="Freeform 49" id="49"/>
            <p:cNvSpPr/>
            <p:nvPr/>
          </p:nvSpPr>
          <p:spPr>
            <a:xfrm flipH="false" flipV="false" rot="0">
              <a:off x="0" y="0"/>
              <a:ext cx="5441569" cy="5399024"/>
            </a:xfrm>
            <a:custGeom>
              <a:avLst/>
              <a:gdLst/>
              <a:ahLst/>
              <a:cxnLst/>
              <a:rect r="r" b="b" t="t" l="l"/>
              <a:pathLst>
                <a:path h="5399024" w="5441569">
                  <a:moveTo>
                    <a:pt x="5441569" y="0"/>
                  </a:moveTo>
                  <a:lnTo>
                    <a:pt x="5441569" y="2480691"/>
                  </a:lnTo>
                  <a:lnTo>
                    <a:pt x="2500122" y="5399024"/>
                  </a:lnTo>
                  <a:lnTo>
                    <a:pt x="0" y="5399024"/>
                  </a:lnTo>
                  <a:close/>
                </a:path>
              </a:pathLst>
            </a:custGeom>
            <a:solidFill>
              <a:srgbClr val="131D84"/>
            </a:solidFill>
          </p:spPr>
        </p:sp>
      </p:grpSp>
      <p:grpSp>
        <p:nvGrpSpPr>
          <p:cNvPr name="Group 50" id="50"/>
          <p:cNvGrpSpPr/>
          <p:nvPr/>
        </p:nvGrpSpPr>
        <p:grpSpPr>
          <a:xfrm rot="0">
            <a:off x="15324115" y="7340165"/>
            <a:ext cx="2978134" cy="2954874"/>
            <a:chOff x="0" y="0"/>
            <a:chExt cx="3970846" cy="3939832"/>
          </a:xfrm>
        </p:grpSpPr>
        <p:sp>
          <p:nvSpPr>
            <p:cNvPr name="Freeform 51" id="51"/>
            <p:cNvSpPr/>
            <p:nvPr/>
          </p:nvSpPr>
          <p:spPr>
            <a:xfrm flipH="false" flipV="false" rot="0">
              <a:off x="0" y="0"/>
              <a:ext cx="3970909" cy="3939921"/>
            </a:xfrm>
            <a:custGeom>
              <a:avLst/>
              <a:gdLst/>
              <a:ahLst/>
              <a:cxnLst/>
              <a:rect r="r" b="b" t="t" l="l"/>
              <a:pathLst>
                <a:path h="3939921" w="3970909">
                  <a:moveTo>
                    <a:pt x="3970909" y="0"/>
                  </a:moveTo>
                  <a:lnTo>
                    <a:pt x="3970909" y="2480691"/>
                  </a:lnTo>
                  <a:lnTo>
                    <a:pt x="2500249" y="3939921"/>
                  </a:lnTo>
                  <a:lnTo>
                    <a:pt x="0" y="3939921"/>
                  </a:lnTo>
                  <a:close/>
                </a:path>
              </a:pathLst>
            </a:custGeom>
            <a:solidFill>
              <a:srgbClr val="121C82"/>
            </a:solidFill>
          </p:spPr>
        </p:sp>
      </p:grpSp>
      <p:grpSp>
        <p:nvGrpSpPr>
          <p:cNvPr name="Group 52" id="52"/>
          <p:cNvGrpSpPr/>
          <p:nvPr/>
        </p:nvGrpSpPr>
        <p:grpSpPr>
          <a:xfrm rot="0">
            <a:off x="16427129" y="8434568"/>
            <a:ext cx="1875120" cy="1860480"/>
            <a:chOff x="0" y="0"/>
            <a:chExt cx="2500160" cy="2480640"/>
          </a:xfrm>
        </p:grpSpPr>
        <p:sp>
          <p:nvSpPr>
            <p:cNvPr name="Freeform 53" id="53"/>
            <p:cNvSpPr/>
            <p:nvPr/>
          </p:nvSpPr>
          <p:spPr>
            <a:xfrm flipH="false" flipV="false" rot="0">
              <a:off x="0" y="0"/>
              <a:ext cx="2500122" cy="2480691"/>
            </a:xfrm>
            <a:custGeom>
              <a:avLst/>
              <a:gdLst/>
              <a:ahLst/>
              <a:cxnLst/>
              <a:rect r="r" b="b" t="t" l="l"/>
              <a:pathLst>
                <a:path h="2480691" w="2500122">
                  <a:moveTo>
                    <a:pt x="2500122" y="0"/>
                  </a:moveTo>
                  <a:lnTo>
                    <a:pt x="2500122" y="2480691"/>
                  </a:lnTo>
                  <a:lnTo>
                    <a:pt x="0" y="2480691"/>
                  </a:lnTo>
                  <a:close/>
                </a:path>
              </a:pathLst>
            </a:custGeom>
            <a:solidFill>
              <a:srgbClr val="111B7F"/>
            </a:solidFill>
          </p:spPr>
        </p:sp>
      </p:grpSp>
      <p:grpSp>
        <p:nvGrpSpPr>
          <p:cNvPr name="Group 54" id="54"/>
          <p:cNvGrpSpPr/>
          <p:nvPr/>
        </p:nvGrpSpPr>
        <p:grpSpPr>
          <a:xfrm rot="0">
            <a:off x="547897" y="373570"/>
            <a:ext cx="418252" cy="494300"/>
            <a:chOff x="0" y="0"/>
            <a:chExt cx="557670" cy="659066"/>
          </a:xfrm>
        </p:grpSpPr>
        <p:sp>
          <p:nvSpPr>
            <p:cNvPr name="Freeform 55" id="55"/>
            <p:cNvSpPr/>
            <p:nvPr/>
          </p:nvSpPr>
          <p:spPr>
            <a:xfrm flipH="false" flipV="false" rot="0">
              <a:off x="97536" y="54864"/>
              <a:ext cx="181356" cy="211107"/>
            </a:xfrm>
            <a:custGeom>
              <a:avLst/>
              <a:gdLst/>
              <a:ahLst/>
              <a:cxnLst/>
              <a:rect r="r" b="b" t="t" l="l"/>
              <a:pathLst>
                <a:path h="211107" w="181356">
                  <a:moveTo>
                    <a:pt x="181356" y="0"/>
                  </a:moveTo>
                  <a:lnTo>
                    <a:pt x="181356" y="169799"/>
                  </a:lnTo>
                  <a:cubicBezTo>
                    <a:pt x="181356" y="207264"/>
                    <a:pt x="134747" y="225298"/>
                    <a:pt x="108839" y="197866"/>
                  </a:cubicBezTo>
                  <a:lnTo>
                    <a:pt x="0" y="82423"/>
                  </a:lnTo>
                </a:path>
              </a:pathLst>
            </a:custGeom>
            <a:blipFill>
              <a:blip r:embed="rId3">
                <a:alphaModFix amt="0"/>
              </a:blip>
              <a:stretch>
                <a:fillRect l="-366300" t="-25988" r="-466236" b="-186206"/>
              </a:stretch>
            </a:blipFill>
            <a:ln w="38023" cap="sq">
              <a:solidFill>
                <a:srgbClr val="C4ECFF"/>
              </a:solidFill>
              <a:prstDash val="solid"/>
              <a:miter/>
            </a:ln>
          </p:spPr>
        </p:sp>
      </p:grpSp>
      <p:grpSp>
        <p:nvGrpSpPr>
          <p:cNvPr name="Group 56" id="56"/>
          <p:cNvGrpSpPr/>
          <p:nvPr/>
        </p:nvGrpSpPr>
        <p:grpSpPr>
          <a:xfrm rot="0">
            <a:off x="547897" y="373570"/>
            <a:ext cx="418252" cy="494300"/>
            <a:chOff x="0" y="0"/>
            <a:chExt cx="557670" cy="659066"/>
          </a:xfrm>
        </p:grpSpPr>
        <p:sp>
          <p:nvSpPr>
            <p:cNvPr name="Freeform 57" id="57"/>
            <p:cNvSpPr/>
            <p:nvPr/>
          </p:nvSpPr>
          <p:spPr>
            <a:xfrm flipH="false" flipV="false" rot="0">
              <a:off x="343446" y="151130"/>
              <a:ext cx="214211" cy="178435"/>
            </a:xfrm>
            <a:custGeom>
              <a:avLst/>
              <a:gdLst/>
              <a:ahLst/>
              <a:cxnLst/>
              <a:rect r="r" b="b" t="t" l="l"/>
              <a:pathLst>
                <a:path h="178435" w="214211">
                  <a:moveTo>
                    <a:pt x="214211" y="178435"/>
                  </a:moveTo>
                  <a:lnTo>
                    <a:pt x="41872" y="178435"/>
                  </a:lnTo>
                  <a:cubicBezTo>
                    <a:pt x="3899" y="178435"/>
                    <a:pt x="-14389" y="132588"/>
                    <a:pt x="13424" y="107061"/>
                  </a:cubicBezTo>
                  <a:lnTo>
                    <a:pt x="130518" y="0"/>
                  </a:lnTo>
                </a:path>
              </a:pathLst>
            </a:custGeom>
            <a:blipFill>
              <a:blip r:embed="rId3">
                <a:alphaModFix amt="0"/>
              </a:blip>
              <a:stretch>
                <a:fillRect l="-424915" t="-84697" r="-264590" b="-184661"/>
              </a:stretch>
            </a:blipFill>
            <a:ln w="38023" cap="sq">
              <a:solidFill>
                <a:srgbClr val="C4ECFF"/>
              </a:solidFill>
              <a:prstDash val="solid"/>
              <a:miter/>
            </a:ln>
          </p:spPr>
        </p:sp>
      </p:grpSp>
      <p:grpSp>
        <p:nvGrpSpPr>
          <p:cNvPr name="Group 58" id="58"/>
          <p:cNvGrpSpPr/>
          <p:nvPr/>
        </p:nvGrpSpPr>
        <p:grpSpPr>
          <a:xfrm rot="0">
            <a:off x="547897" y="373570"/>
            <a:ext cx="418252" cy="494300"/>
            <a:chOff x="0" y="0"/>
            <a:chExt cx="557670" cy="659066"/>
          </a:xfrm>
        </p:grpSpPr>
        <p:sp>
          <p:nvSpPr>
            <p:cNvPr name="Freeform 59" id="59"/>
            <p:cNvSpPr/>
            <p:nvPr/>
          </p:nvSpPr>
          <p:spPr>
            <a:xfrm flipH="false" flipV="false" rot="0">
              <a:off x="278892" y="393159"/>
              <a:ext cx="181229" cy="210980"/>
            </a:xfrm>
            <a:custGeom>
              <a:avLst/>
              <a:gdLst/>
              <a:ahLst/>
              <a:cxnLst/>
              <a:rect r="r" b="b" t="t" l="l"/>
              <a:pathLst>
                <a:path h="210980" w="181229">
                  <a:moveTo>
                    <a:pt x="0" y="210980"/>
                  </a:moveTo>
                  <a:lnTo>
                    <a:pt x="0" y="41308"/>
                  </a:lnTo>
                  <a:cubicBezTo>
                    <a:pt x="0" y="3843"/>
                    <a:pt x="46609" y="-14191"/>
                    <a:pt x="72517" y="13241"/>
                  </a:cubicBezTo>
                  <a:lnTo>
                    <a:pt x="181229" y="128557"/>
                  </a:lnTo>
                </a:path>
              </a:pathLst>
            </a:custGeom>
            <a:blipFill>
              <a:blip r:embed="rId3">
                <a:alphaModFix amt="0"/>
              </a:blip>
              <a:stretch>
                <a:fillRect l="-466626" t="-186349" r="-366563" b="-26034"/>
              </a:stretch>
            </a:blipFill>
            <a:ln w="38023" cap="sq">
              <a:solidFill>
                <a:srgbClr val="C4ECFF"/>
              </a:solidFill>
              <a:prstDash val="solid"/>
              <a:miter/>
            </a:ln>
          </p:spPr>
        </p:sp>
      </p:grpSp>
      <p:grpSp>
        <p:nvGrpSpPr>
          <p:cNvPr name="Group 60" id="60"/>
          <p:cNvGrpSpPr/>
          <p:nvPr/>
        </p:nvGrpSpPr>
        <p:grpSpPr>
          <a:xfrm rot="0">
            <a:off x="547897" y="373570"/>
            <a:ext cx="418252" cy="494300"/>
            <a:chOff x="0" y="0"/>
            <a:chExt cx="557670" cy="659066"/>
          </a:xfrm>
        </p:grpSpPr>
        <p:sp>
          <p:nvSpPr>
            <p:cNvPr name="Freeform 61" id="61"/>
            <p:cNvSpPr/>
            <p:nvPr/>
          </p:nvSpPr>
          <p:spPr>
            <a:xfrm flipH="false" flipV="false" rot="0">
              <a:off x="0" y="329565"/>
              <a:ext cx="214211" cy="178435"/>
            </a:xfrm>
            <a:custGeom>
              <a:avLst/>
              <a:gdLst/>
              <a:ahLst/>
              <a:cxnLst/>
              <a:rect r="r" b="b" t="t" l="l"/>
              <a:pathLst>
                <a:path h="178435" w="214211">
                  <a:moveTo>
                    <a:pt x="0" y="0"/>
                  </a:moveTo>
                  <a:lnTo>
                    <a:pt x="172339" y="0"/>
                  </a:lnTo>
                  <a:cubicBezTo>
                    <a:pt x="210312" y="0"/>
                    <a:pt x="228600" y="45847"/>
                    <a:pt x="200787" y="71374"/>
                  </a:cubicBezTo>
                  <a:lnTo>
                    <a:pt x="83693" y="178435"/>
                  </a:lnTo>
                </a:path>
              </a:pathLst>
            </a:custGeom>
            <a:blipFill>
              <a:blip r:embed="rId3">
                <a:alphaModFix amt="0"/>
              </a:blip>
              <a:stretch>
                <a:fillRect l="-264584" t="-184697" r="-424921" b="-84661"/>
              </a:stretch>
            </a:blipFill>
            <a:ln w="38023" cap="sq">
              <a:solidFill>
                <a:srgbClr val="C4ECFF"/>
              </a:solidFill>
              <a:prstDash val="solid"/>
              <a:miter/>
            </a:ln>
          </p:spPr>
        </p:sp>
      </p:grpSp>
      <p:sp>
        <p:nvSpPr>
          <p:cNvPr name="TextBox 62" id="62"/>
          <p:cNvSpPr txBox="true"/>
          <p:nvPr/>
        </p:nvSpPr>
        <p:spPr>
          <a:xfrm rot="0">
            <a:off x="1039959" y="439845"/>
            <a:ext cx="2013394" cy="339414"/>
          </a:xfrm>
          <a:prstGeom prst="rect">
            <a:avLst/>
          </a:prstGeom>
        </p:spPr>
        <p:txBody>
          <a:bodyPr anchor="t" rtlCol="false" tIns="0" lIns="0" bIns="0" rIns="0">
            <a:spAutoFit/>
          </a:bodyPr>
          <a:lstStyle/>
          <a:p>
            <a:pPr algn="l">
              <a:lnSpc>
                <a:spcPts val="2161"/>
              </a:lnSpc>
            </a:pPr>
            <a:r>
              <a:rPr lang="en-US" sz="1801">
                <a:solidFill>
                  <a:srgbClr val="C4ECFF"/>
                </a:solidFill>
                <a:latin typeface="Arimo"/>
                <a:ea typeface="Arimo"/>
                <a:cs typeface="Arimo"/>
                <a:sym typeface="Arimo"/>
              </a:rPr>
              <a:t>TeamUp ZK</a:t>
            </a:r>
          </a:p>
        </p:txBody>
      </p:sp>
      <p:grpSp>
        <p:nvGrpSpPr>
          <p:cNvPr name="Group 63" id="63"/>
          <p:cNvGrpSpPr/>
          <p:nvPr/>
        </p:nvGrpSpPr>
        <p:grpSpPr>
          <a:xfrm rot="0">
            <a:off x="14913626" y="3296698"/>
            <a:ext cx="1227630" cy="1227630"/>
            <a:chOff x="0" y="0"/>
            <a:chExt cx="1636840" cy="1636840"/>
          </a:xfrm>
        </p:grpSpPr>
        <p:sp>
          <p:nvSpPr>
            <p:cNvPr name="Freeform 64" id="64"/>
            <p:cNvSpPr/>
            <p:nvPr/>
          </p:nvSpPr>
          <p:spPr>
            <a:xfrm flipH="false" flipV="false" rot="0">
              <a:off x="0" y="0"/>
              <a:ext cx="1636776" cy="1636776"/>
            </a:xfrm>
            <a:custGeom>
              <a:avLst/>
              <a:gdLst/>
              <a:ahLst/>
              <a:cxnLst/>
              <a:rect r="r" b="b" t="t" l="l"/>
              <a:pathLst>
                <a:path h="1636776" w="1636776">
                  <a:moveTo>
                    <a:pt x="1636776" y="0"/>
                  </a:moveTo>
                  <a:lnTo>
                    <a:pt x="1636776" y="818388"/>
                  </a:lnTo>
                  <a:lnTo>
                    <a:pt x="818388" y="1636776"/>
                  </a:lnTo>
                  <a:lnTo>
                    <a:pt x="0" y="1636776"/>
                  </a:lnTo>
                  <a:close/>
                </a:path>
              </a:pathLst>
            </a:custGeom>
            <a:solidFill>
              <a:srgbClr val="2634AC">
                <a:alpha val="63922"/>
              </a:srgbClr>
            </a:solidFill>
          </p:spPr>
        </p:sp>
      </p:grpSp>
      <p:grpSp>
        <p:nvGrpSpPr>
          <p:cNvPr name="Group 65" id="65"/>
          <p:cNvGrpSpPr/>
          <p:nvPr/>
        </p:nvGrpSpPr>
        <p:grpSpPr>
          <a:xfrm rot="0">
            <a:off x="14299816" y="2682888"/>
            <a:ext cx="1841440" cy="1841440"/>
            <a:chOff x="0" y="0"/>
            <a:chExt cx="2455253" cy="2455253"/>
          </a:xfrm>
        </p:grpSpPr>
        <p:sp>
          <p:nvSpPr>
            <p:cNvPr name="Freeform 66" id="66"/>
            <p:cNvSpPr/>
            <p:nvPr/>
          </p:nvSpPr>
          <p:spPr>
            <a:xfrm flipH="false" flipV="false" rot="0">
              <a:off x="0" y="0"/>
              <a:ext cx="2455291" cy="2455291"/>
            </a:xfrm>
            <a:custGeom>
              <a:avLst/>
              <a:gdLst/>
              <a:ahLst/>
              <a:cxnLst/>
              <a:rect r="r" b="b" t="t" l="l"/>
              <a:pathLst>
                <a:path h="2455291" w="2455291">
                  <a:moveTo>
                    <a:pt x="2455291" y="0"/>
                  </a:moveTo>
                  <a:lnTo>
                    <a:pt x="2455291" y="1391285"/>
                  </a:lnTo>
                  <a:lnTo>
                    <a:pt x="1391285" y="2455291"/>
                  </a:lnTo>
                  <a:lnTo>
                    <a:pt x="0" y="2455291"/>
                  </a:lnTo>
                  <a:close/>
                </a:path>
              </a:pathLst>
            </a:custGeom>
            <a:solidFill>
              <a:srgbClr val="252EA1">
                <a:alpha val="44706"/>
              </a:srgbClr>
            </a:solidFill>
          </p:spPr>
        </p:sp>
      </p:grpSp>
      <p:grpSp>
        <p:nvGrpSpPr>
          <p:cNvPr name="Group 67" id="67"/>
          <p:cNvGrpSpPr/>
          <p:nvPr/>
        </p:nvGrpSpPr>
        <p:grpSpPr>
          <a:xfrm rot="0">
            <a:off x="13686006" y="2069078"/>
            <a:ext cx="2455250" cy="2455250"/>
            <a:chOff x="0" y="0"/>
            <a:chExt cx="3273666" cy="3273666"/>
          </a:xfrm>
        </p:grpSpPr>
        <p:sp>
          <p:nvSpPr>
            <p:cNvPr name="Freeform 68" id="68"/>
            <p:cNvSpPr/>
            <p:nvPr/>
          </p:nvSpPr>
          <p:spPr>
            <a:xfrm flipH="false" flipV="false" rot="0">
              <a:off x="0" y="0"/>
              <a:ext cx="3273679" cy="3273679"/>
            </a:xfrm>
            <a:custGeom>
              <a:avLst/>
              <a:gdLst/>
              <a:ahLst/>
              <a:cxnLst/>
              <a:rect r="r" b="b" t="t" l="l"/>
              <a:pathLst>
                <a:path h="3273679" w="3273679">
                  <a:moveTo>
                    <a:pt x="3273679" y="0"/>
                  </a:moveTo>
                  <a:lnTo>
                    <a:pt x="3273679" y="1391285"/>
                  </a:lnTo>
                  <a:lnTo>
                    <a:pt x="1391285" y="3273679"/>
                  </a:lnTo>
                  <a:lnTo>
                    <a:pt x="0" y="3273679"/>
                  </a:lnTo>
                  <a:close/>
                </a:path>
              </a:pathLst>
            </a:custGeom>
            <a:solidFill>
              <a:srgbClr val="242796">
                <a:alpha val="29020"/>
              </a:srgbClr>
            </a:solidFill>
          </p:spPr>
        </p:sp>
      </p:grpSp>
      <p:grpSp>
        <p:nvGrpSpPr>
          <p:cNvPr name="Group 69" id="69"/>
          <p:cNvGrpSpPr/>
          <p:nvPr/>
        </p:nvGrpSpPr>
        <p:grpSpPr>
          <a:xfrm rot="0">
            <a:off x="13072186" y="1455258"/>
            <a:ext cx="3069069" cy="3069069"/>
            <a:chOff x="0" y="0"/>
            <a:chExt cx="4092092" cy="4092092"/>
          </a:xfrm>
        </p:grpSpPr>
        <p:sp>
          <p:nvSpPr>
            <p:cNvPr name="Freeform 70" id="70"/>
            <p:cNvSpPr/>
            <p:nvPr/>
          </p:nvSpPr>
          <p:spPr>
            <a:xfrm flipH="false" flipV="false" rot="0">
              <a:off x="0" y="0"/>
              <a:ext cx="4092067" cy="4092067"/>
            </a:xfrm>
            <a:custGeom>
              <a:avLst/>
              <a:gdLst/>
              <a:ahLst/>
              <a:cxnLst/>
              <a:rect r="r" b="b" t="t" l="l"/>
              <a:pathLst>
                <a:path h="4092067" w="4092067">
                  <a:moveTo>
                    <a:pt x="4092067" y="0"/>
                  </a:moveTo>
                  <a:lnTo>
                    <a:pt x="4092067" y="1391285"/>
                  </a:lnTo>
                  <a:lnTo>
                    <a:pt x="1391285" y="4092067"/>
                  </a:lnTo>
                  <a:lnTo>
                    <a:pt x="0" y="4092067"/>
                  </a:lnTo>
                  <a:close/>
                </a:path>
              </a:pathLst>
            </a:custGeom>
            <a:solidFill>
              <a:srgbClr val="23218A">
                <a:alpha val="15686"/>
              </a:srgbClr>
            </a:solidFill>
          </p:spPr>
        </p:sp>
      </p:grpSp>
      <p:grpSp>
        <p:nvGrpSpPr>
          <p:cNvPr name="Group 71" id="71"/>
          <p:cNvGrpSpPr/>
          <p:nvPr/>
        </p:nvGrpSpPr>
        <p:grpSpPr>
          <a:xfrm rot="0">
            <a:off x="12458376" y="841448"/>
            <a:ext cx="3682879" cy="3682879"/>
            <a:chOff x="0" y="0"/>
            <a:chExt cx="4910506" cy="4910506"/>
          </a:xfrm>
        </p:grpSpPr>
        <p:sp>
          <p:nvSpPr>
            <p:cNvPr name="Freeform 72" id="72"/>
            <p:cNvSpPr/>
            <p:nvPr/>
          </p:nvSpPr>
          <p:spPr>
            <a:xfrm flipH="false" flipV="false" rot="0">
              <a:off x="0" y="0"/>
              <a:ext cx="4910455" cy="4910455"/>
            </a:xfrm>
            <a:custGeom>
              <a:avLst/>
              <a:gdLst/>
              <a:ahLst/>
              <a:cxnLst/>
              <a:rect r="r" b="b" t="t" l="l"/>
              <a:pathLst>
                <a:path h="4910455" w="4910455">
                  <a:moveTo>
                    <a:pt x="4910455" y="0"/>
                  </a:moveTo>
                  <a:lnTo>
                    <a:pt x="4910455" y="1391285"/>
                  </a:lnTo>
                  <a:lnTo>
                    <a:pt x="1391285" y="4910455"/>
                  </a:lnTo>
                  <a:lnTo>
                    <a:pt x="0" y="4910455"/>
                  </a:lnTo>
                  <a:close/>
                </a:path>
              </a:pathLst>
            </a:custGeom>
            <a:solidFill>
              <a:srgbClr val="211A7F">
                <a:alpha val="7059"/>
              </a:srgbClr>
            </a:solidFill>
          </p:spPr>
        </p:sp>
      </p:grpSp>
      <p:grpSp>
        <p:nvGrpSpPr>
          <p:cNvPr name="Group 73" id="73"/>
          <p:cNvGrpSpPr/>
          <p:nvPr/>
        </p:nvGrpSpPr>
        <p:grpSpPr>
          <a:xfrm rot="0">
            <a:off x="12458376" y="841448"/>
            <a:ext cx="3682879" cy="3682879"/>
            <a:chOff x="0" y="0"/>
            <a:chExt cx="4910506" cy="4910506"/>
          </a:xfrm>
        </p:grpSpPr>
        <p:sp>
          <p:nvSpPr>
            <p:cNvPr name="Freeform 74" id="74"/>
            <p:cNvSpPr/>
            <p:nvPr/>
          </p:nvSpPr>
          <p:spPr>
            <a:xfrm flipH="false" flipV="false" rot="0">
              <a:off x="0" y="0"/>
              <a:ext cx="4910455" cy="4910455"/>
            </a:xfrm>
            <a:custGeom>
              <a:avLst/>
              <a:gdLst/>
              <a:ahLst/>
              <a:cxnLst/>
              <a:rect r="r" b="b" t="t" l="l"/>
              <a:pathLst>
                <a:path h="4910455" w="4910455">
                  <a:moveTo>
                    <a:pt x="4092067" y="0"/>
                  </a:moveTo>
                  <a:lnTo>
                    <a:pt x="4910455" y="0"/>
                  </a:lnTo>
                  <a:lnTo>
                    <a:pt x="4910455" y="572897"/>
                  </a:lnTo>
                  <a:lnTo>
                    <a:pt x="572897" y="4910455"/>
                  </a:lnTo>
                  <a:lnTo>
                    <a:pt x="0" y="4910455"/>
                  </a:lnTo>
                  <a:lnTo>
                    <a:pt x="0" y="4092067"/>
                  </a:lnTo>
                  <a:close/>
                </a:path>
              </a:pathLst>
            </a:custGeom>
            <a:solidFill>
              <a:srgbClr val="201474">
                <a:alpha val="1569"/>
              </a:srgbClr>
            </a:solidFill>
          </p:spPr>
        </p:sp>
      </p:grpSp>
      <p:grpSp>
        <p:nvGrpSpPr>
          <p:cNvPr name="Group 75" id="75"/>
          <p:cNvGrpSpPr/>
          <p:nvPr/>
        </p:nvGrpSpPr>
        <p:grpSpPr>
          <a:xfrm rot="0">
            <a:off x="12458376" y="841448"/>
            <a:ext cx="3498733" cy="3498733"/>
            <a:chOff x="0" y="0"/>
            <a:chExt cx="4664977" cy="4664977"/>
          </a:xfrm>
        </p:grpSpPr>
        <p:sp>
          <p:nvSpPr>
            <p:cNvPr name="Freeform 76" id="76"/>
            <p:cNvSpPr/>
            <p:nvPr/>
          </p:nvSpPr>
          <p:spPr>
            <a:xfrm flipH="false" flipV="false" rot="0">
              <a:off x="0" y="0"/>
              <a:ext cx="4664964" cy="4664964"/>
            </a:xfrm>
            <a:custGeom>
              <a:avLst/>
              <a:gdLst/>
              <a:ahLst/>
              <a:cxnLst/>
              <a:rect r="r" b="b" t="t" l="l"/>
              <a:pathLst>
                <a:path h="4664964" w="4664964">
                  <a:moveTo>
                    <a:pt x="3273679" y="0"/>
                  </a:moveTo>
                  <a:lnTo>
                    <a:pt x="4664964" y="0"/>
                  </a:lnTo>
                  <a:lnTo>
                    <a:pt x="0" y="4664964"/>
                  </a:lnTo>
                  <a:lnTo>
                    <a:pt x="0" y="3273679"/>
                  </a:lnTo>
                  <a:close/>
                </a:path>
              </a:pathLst>
            </a:custGeom>
            <a:solidFill>
              <a:srgbClr val="1F0D69">
                <a:alpha val="0"/>
              </a:srgbClr>
            </a:solidFill>
          </p:spPr>
        </p:sp>
      </p:grpSp>
      <p:grpSp>
        <p:nvGrpSpPr>
          <p:cNvPr name="Group 77" id="77"/>
          <p:cNvGrpSpPr/>
          <p:nvPr/>
        </p:nvGrpSpPr>
        <p:grpSpPr>
          <a:xfrm rot="0">
            <a:off x="16500891" y="2728874"/>
            <a:ext cx="573776" cy="573776"/>
            <a:chOff x="0" y="0"/>
            <a:chExt cx="765035" cy="765035"/>
          </a:xfrm>
        </p:grpSpPr>
        <p:sp>
          <p:nvSpPr>
            <p:cNvPr name="Freeform 78" id="78"/>
            <p:cNvSpPr/>
            <p:nvPr/>
          </p:nvSpPr>
          <p:spPr>
            <a:xfrm flipH="false" flipV="false" rot="0">
              <a:off x="0" y="0"/>
              <a:ext cx="765048" cy="765048"/>
            </a:xfrm>
            <a:custGeom>
              <a:avLst/>
              <a:gdLst/>
              <a:ahLst/>
              <a:cxnLst/>
              <a:rect r="r" b="b" t="t" l="l"/>
              <a:pathLst>
                <a:path h="765048" w="765048">
                  <a:moveTo>
                    <a:pt x="765048" y="0"/>
                  </a:moveTo>
                  <a:lnTo>
                    <a:pt x="765048" y="382524"/>
                  </a:lnTo>
                  <a:lnTo>
                    <a:pt x="382524" y="765048"/>
                  </a:lnTo>
                  <a:lnTo>
                    <a:pt x="0" y="765048"/>
                  </a:lnTo>
                  <a:close/>
                </a:path>
              </a:pathLst>
            </a:custGeom>
            <a:solidFill>
              <a:srgbClr val="2634AC">
                <a:alpha val="63922"/>
              </a:srgbClr>
            </a:solidFill>
          </p:spPr>
        </p:sp>
      </p:grpSp>
      <p:grpSp>
        <p:nvGrpSpPr>
          <p:cNvPr name="Group 79" id="79"/>
          <p:cNvGrpSpPr/>
          <p:nvPr/>
        </p:nvGrpSpPr>
        <p:grpSpPr>
          <a:xfrm rot="0">
            <a:off x="16214007" y="2441981"/>
            <a:ext cx="860669" cy="860669"/>
            <a:chOff x="0" y="0"/>
            <a:chExt cx="1147559" cy="1147559"/>
          </a:xfrm>
        </p:grpSpPr>
        <p:sp>
          <p:nvSpPr>
            <p:cNvPr name="Freeform 80" id="80"/>
            <p:cNvSpPr/>
            <p:nvPr/>
          </p:nvSpPr>
          <p:spPr>
            <a:xfrm flipH="false" flipV="false" rot="0">
              <a:off x="0" y="0"/>
              <a:ext cx="1147572" cy="1147572"/>
            </a:xfrm>
            <a:custGeom>
              <a:avLst/>
              <a:gdLst/>
              <a:ahLst/>
              <a:cxnLst/>
              <a:rect r="r" b="b" t="t" l="l"/>
              <a:pathLst>
                <a:path h="1147572" w="1147572">
                  <a:moveTo>
                    <a:pt x="1147572" y="0"/>
                  </a:moveTo>
                  <a:lnTo>
                    <a:pt x="1147572" y="650240"/>
                  </a:lnTo>
                  <a:lnTo>
                    <a:pt x="650240" y="1147572"/>
                  </a:lnTo>
                  <a:lnTo>
                    <a:pt x="0" y="1147572"/>
                  </a:lnTo>
                  <a:close/>
                </a:path>
              </a:pathLst>
            </a:custGeom>
            <a:solidFill>
              <a:srgbClr val="252EA1">
                <a:alpha val="44706"/>
              </a:srgbClr>
            </a:solidFill>
          </p:spPr>
        </p:sp>
      </p:grpSp>
      <p:grpSp>
        <p:nvGrpSpPr>
          <p:cNvPr name="Group 81" id="81"/>
          <p:cNvGrpSpPr/>
          <p:nvPr/>
        </p:nvGrpSpPr>
        <p:grpSpPr>
          <a:xfrm rot="0">
            <a:off x="15927114" y="2155098"/>
            <a:ext cx="1147553" cy="1147553"/>
            <a:chOff x="0" y="0"/>
            <a:chExt cx="1530071" cy="1530071"/>
          </a:xfrm>
        </p:grpSpPr>
        <p:sp>
          <p:nvSpPr>
            <p:cNvPr name="Freeform 82" id="82"/>
            <p:cNvSpPr/>
            <p:nvPr/>
          </p:nvSpPr>
          <p:spPr>
            <a:xfrm flipH="false" flipV="false" rot="0">
              <a:off x="0" y="0"/>
              <a:ext cx="1530096" cy="1530096"/>
            </a:xfrm>
            <a:custGeom>
              <a:avLst/>
              <a:gdLst/>
              <a:ahLst/>
              <a:cxnLst/>
              <a:rect r="r" b="b" t="t" l="l"/>
              <a:pathLst>
                <a:path h="1530096" w="1530096">
                  <a:moveTo>
                    <a:pt x="1530096" y="0"/>
                  </a:moveTo>
                  <a:lnTo>
                    <a:pt x="1530096" y="650240"/>
                  </a:lnTo>
                  <a:lnTo>
                    <a:pt x="650240" y="1530096"/>
                  </a:lnTo>
                  <a:lnTo>
                    <a:pt x="0" y="1530096"/>
                  </a:lnTo>
                  <a:close/>
                </a:path>
              </a:pathLst>
            </a:custGeom>
            <a:solidFill>
              <a:srgbClr val="242796">
                <a:alpha val="29020"/>
              </a:srgbClr>
            </a:solidFill>
          </p:spPr>
        </p:sp>
      </p:grpSp>
      <p:grpSp>
        <p:nvGrpSpPr>
          <p:cNvPr name="Group 83" id="83"/>
          <p:cNvGrpSpPr/>
          <p:nvPr/>
        </p:nvGrpSpPr>
        <p:grpSpPr>
          <a:xfrm rot="0">
            <a:off x="15640231" y="1868205"/>
            <a:ext cx="1434446" cy="1434446"/>
            <a:chOff x="0" y="0"/>
            <a:chExt cx="1912595" cy="1912595"/>
          </a:xfrm>
        </p:grpSpPr>
        <p:sp>
          <p:nvSpPr>
            <p:cNvPr name="Freeform 84" id="84"/>
            <p:cNvSpPr/>
            <p:nvPr/>
          </p:nvSpPr>
          <p:spPr>
            <a:xfrm flipH="false" flipV="false" rot="0">
              <a:off x="0" y="0"/>
              <a:ext cx="1912620" cy="1912620"/>
            </a:xfrm>
            <a:custGeom>
              <a:avLst/>
              <a:gdLst/>
              <a:ahLst/>
              <a:cxnLst/>
              <a:rect r="r" b="b" t="t" l="l"/>
              <a:pathLst>
                <a:path h="1912620" w="1912620">
                  <a:moveTo>
                    <a:pt x="1912620" y="0"/>
                  </a:moveTo>
                  <a:lnTo>
                    <a:pt x="1912620" y="650240"/>
                  </a:lnTo>
                  <a:lnTo>
                    <a:pt x="650240" y="1912620"/>
                  </a:lnTo>
                  <a:lnTo>
                    <a:pt x="0" y="1912620"/>
                  </a:lnTo>
                  <a:close/>
                </a:path>
              </a:pathLst>
            </a:custGeom>
            <a:solidFill>
              <a:srgbClr val="23218A">
                <a:alpha val="15686"/>
              </a:srgbClr>
            </a:solidFill>
          </p:spPr>
        </p:sp>
      </p:grpSp>
      <p:grpSp>
        <p:nvGrpSpPr>
          <p:cNvPr name="Group 85" id="85"/>
          <p:cNvGrpSpPr/>
          <p:nvPr/>
        </p:nvGrpSpPr>
        <p:grpSpPr>
          <a:xfrm rot="0">
            <a:off x="15353338" y="1581321"/>
            <a:ext cx="1721329" cy="1721329"/>
            <a:chOff x="0" y="0"/>
            <a:chExt cx="2295106" cy="2295106"/>
          </a:xfrm>
        </p:grpSpPr>
        <p:sp>
          <p:nvSpPr>
            <p:cNvPr name="Freeform 86" id="86"/>
            <p:cNvSpPr/>
            <p:nvPr/>
          </p:nvSpPr>
          <p:spPr>
            <a:xfrm flipH="false" flipV="false" rot="0">
              <a:off x="0" y="0"/>
              <a:ext cx="2295144" cy="2295144"/>
            </a:xfrm>
            <a:custGeom>
              <a:avLst/>
              <a:gdLst/>
              <a:ahLst/>
              <a:cxnLst/>
              <a:rect r="r" b="b" t="t" l="l"/>
              <a:pathLst>
                <a:path h="2295144" w="2295144">
                  <a:moveTo>
                    <a:pt x="2295144" y="0"/>
                  </a:moveTo>
                  <a:lnTo>
                    <a:pt x="2295144" y="650240"/>
                  </a:lnTo>
                  <a:lnTo>
                    <a:pt x="650240" y="2295144"/>
                  </a:lnTo>
                  <a:lnTo>
                    <a:pt x="0" y="2295144"/>
                  </a:lnTo>
                  <a:close/>
                </a:path>
              </a:pathLst>
            </a:custGeom>
            <a:solidFill>
              <a:srgbClr val="211A7F">
                <a:alpha val="7059"/>
              </a:srgbClr>
            </a:solidFill>
          </p:spPr>
        </p:sp>
      </p:grpSp>
      <p:grpSp>
        <p:nvGrpSpPr>
          <p:cNvPr name="Group 87" id="87"/>
          <p:cNvGrpSpPr/>
          <p:nvPr/>
        </p:nvGrpSpPr>
        <p:grpSpPr>
          <a:xfrm rot="0">
            <a:off x="15353338" y="1581321"/>
            <a:ext cx="1721329" cy="1721329"/>
            <a:chOff x="0" y="0"/>
            <a:chExt cx="2295106" cy="2295106"/>
          </a:xfrm>
        </p:grpSpPr>
        <p:sp>
          <p:nvSpPr>
            <p:cNvPr name="Freeform 88" id="88"/>
            <p:cNvSpPr/>
            <p:nvPr/>
          </p:nvSpPr>
          <p:spPr>
            <a:xfrm flipH="false" flipV="false" rot="0">
              <a:off x="0" y="0"/>
              <a:ext cx="2295144" cy="2295144"/>
            </a:xfrm>
            <a:custGeom>
              <a:avLst/>
              <a:gdLst/>
              <a:ahLst/>
              <a:cxnLst/>
              <a:rect r="r" b="b" t="t" l="l"/>
              <a:pathLst>
                <a:path h="2295144" w="2295144">
                  <a:moveTo>
                    <a:pt x="1912620" y="0"/>
                  </a:moveTo>
                  <a:lnTo>
                    <a:pt x="2295144" y="0"/>
                  </a:lnTo>
                  <a:lnTo>
                    <a:pt x="2295144" y="267716"/>
                  </a:lnTo>
                  <a:lnTo>
                    <a:pt x="267716" y="2295144"/>
                  </a:lnTo>
                  <a:lnTo>
                    <a:pt x="0" y="2295144"/>
                  </a:lnTo>
                  <a:lnTo>
                    <a:pt x="0" y="1912620"/>
                  </a:lnTo>
                  <a:close/>
                </a:path>
              </a:pathLst>
            </a:custGeom>
            <a:solidFill>
              <a:srgbClr val="201474">
                <a:alpha val="1569"/>
              </a:srgbClr>
            </a:solidFill>
          </p:spPr>
        </p:sp>
      </p:grpSp>
      <p:grpSp>
        <p:nvGrpSpPr>
          <p:cNvPr name="Group 89" id="89"/>
          <p:cNvGrpSpPr/>
          <p:nvPr/>
        </p:nvGrpSpPr>
        <p:grpSpPr>
          <a:xfrm rot="0">
            <a:off x="15353338" y="1581321"/>
            <a:ext cx="1635262" cy="1635262"/>
            <a:chOff x="0" y="0"/>
            <a:chExt cx="2180349" cy="2180349"/>
          </a:xfrm>
        </p:grpSpPr>
        <p:sp>
          <p:nvSpPr>
            <p:cNvPr name="Freeform 90" id="90"/>
            <p:cNvSpPr/>
            <p:nvPr/>
          </p:nvSpPr>
          <p:spPr>
            <a:xfrm flipH="false" flipV="false" rot="0">
              <a:off x="0" y="0"/>
              <a:ext cx="2180336" cy="2180336"/>
            </a:xfrm>
            <a:custGeom>
              <a:avLst/>
              <a:gdLst/>
              <a:ahLst/>
              <a:cxnLst/>
              <a:rect r="r" b="b" t="t" l="l"/>
              <a:pathLst>
                <a:path h="2180336" w="2180336">
                  <a:moveTo>
                    <a:pt x="1530096" y="0"/>
                  </a:moveTo>
                  <a:lnTo>
                    <a:pt x="2180336" y="0"/>
                  </a:lnTo>
                  <a:lnTo>
                    <a:pt x="0" y="2180336"/>
                  </a:lnTo>
                  <a:lnTo>
                    <a:pt x="0" y="1530096"/>
                  </a:lnTo>
                  <a:close/>
                </a:path>
              </a:pathLst>
            </a:custGeom>
            <a:solidFill>
              <a:srgbClr val="1F0D69">
                <a:alpha val="0"/>
              </a:srgbClr>
            </a:solidFill>
          </p:spPr>
        </p:sp>
      </p:grpSp>
      <p:sp>
        <p:nvSpPr>
          <p:cNvPr name="TextBox 91" id="91"/>
          <p:cNvSpPr txBox="true"/>
          <p:nvPr/>
        </p:nvSpPr>
        <p:spPr>
          <a:xfrm rot="0">
            <a:off x="2252024" y="1867510"/>
            <a:ext cx="13804649" cy="815645"/>
          </a:xfrm>
          <a:prstGeom prst="rect">
            <a:avLst/>
          </a:prstGeom>
        </p:spPr>
        <p:txBody>
          <a:bodyPr anchor="t" rtlCol="false" tIns="0" lIns="0" bIns="0" rIns="0">
            <a:spAutoFit/>
          </a:bodyPr>
          <a:lstStyle/>
          <a:p>
            <a:pPr algn="ctr">
              <a:lnSpc>
                <a:spcPts val="6485"/>
              </a:lnSpc>
            </a:pPr>
            <a:r>
              <a:rPr lang="en-US" sz="5404">
                <a:solidFill>
                  <a:srgbClr val="C4ECFF"/>
                </a:solidFill>
                <a:latin typeface="Arimo"/>
                <a:ea typeface="Arimo"/>
                <a:cs typeface="Arimo"/>
                <a:sym typeface="Arimo"/>
              </a:rPr>
              <a:t>Límites del MVP y roadmap</a:t>
            </a:r>
          </a:p>
        </p:txBody>
      </p:sp>
      <p:sp>
        <p:nvSpPr>
          <p:cNvPr name="TextBox 92" id="92"/>
          <p:cNvSpPr txBox="true"/>
          <p:nvPr/>
        </p:nvSpPr>
        <p:spPr>
          <a:xfrm rot="-5400000">
            <a:off x="245906" y="3714226"/>
            <a:ext cx="1742980" cy="263995"/>
          </a:xfrm>
          <a:prstGeom prst="rect">
            <a:avLst/>
          </a:prstGeom>
        </p:spPr>
        <p:txBody>
          <a:bodyPr anchor="t" rtlCol="false" tIns="0" lIns="0" bIns="0" rIns="0">
            <a:spAutoFit/>
          </a:bodyPr>
          <a:lstStyle/>
          <a:p>
            <a:pPr algn="l">
              <a:lnSpc>
                <a:spcPts val="2161"/>
              </a:lnSpc>
            </a:pPr>
            <a:r>
              <a:rPr lang="en-US" sz="1801">
                <a:solidFill>
                  <a:srgbClr val="D585DF"/>
                </a:solidFill>
                <a:latin typeface="Roboto"/>
                <a:ea typeface="Roboto"/>
                <a:cs typeface="Roboto"/>
                <a:sym typeface="Roboto"/>
              </a:rPr>
              <a:t>MVP HOY</a:t>
            </a:r>
          </a:p>
        </p:txBody>
      </p:sp>
      <p:grpSp>
        <p:nvGrpSpPr>
          <p:cNvPr name="Group 93" id="93"/>
          <p:cNvGrpSpPr/>
          <p:nvPr/>
        </p:nvGrpSpPr>
        <p:grpSpPr>
          <a:xfrm rot="0">
            <a:off x="964987" y="5114573"/>
            <a:ext cx="3586791" cy="929297"/>
            <a:chOff x="0" y="0"/>
            <a:chExt cx="4782388" cy="1239063"/>
          </a:xfrm>
        </p:grpSpPr>
        <p:sp>
          <p:nvSpPr>
            <p:cNvPr name="Freeform 94" id="94"/>
            <p:cNvSpPr/>
            <p:nvPr/>
          </p:nvSpPr>
          <p:spPr>
            <a:xfrm flipH="false" flipV="false" rot="0">
              <a:off x="0" y="0"/>
              <a:ext cx="4782439" cy="1239012"/>
            </a:xfrm>
            <a:custGeom>
              <a:avLst/>
              <a:gdLst/>
              <a:ahLst/>
              <a:cxnLst/>
              <a:rect r="r" b="b" t="t" l="l"/>
              <a:pathLst>
                <a:path h="1239012" w="4782439">
                  <a:moveTo>
                    <a:pt x="0" y="0"/>
                  </a:moveTo>
                  <a:lnTo>
                    <a:pt x="4575937" y="0"/>
                  </a:lnTo>
                  <a:lnTo>
                    <a:pt x="4782439" y="206502"/>
                  </a:lnTo>
                  <a:lnTo>
                    <a:pt x="4782439" y="1239012"/>
                  </a:lnTo>
                  <a:lnTo>
                    <a:pt x="206502" y="1239012"/>
                  </a:lnTo>
                  <a:lnTo>
                    <a:pt x="0" y="1032510"/>
                  </a:lnTo>
                  <a:close/>
                </a:path>
              </a:pathLst>
            </a:custGeom>
            <a:solidFill>
              <a:srgbClr val="283EBD"/>
            </a:solidFill>
          </p:spPr>
        </p:sp>
      </p:grpSp>
      <p:sp>
        <p:nvSpPr>
          <p:cNvPr name="TextBox 95" id="95"/>
          <p:cNvSpPr txBox="true"/>
          <p:nvPr/>
        </p:nvSpPr>
        <p:spPr>
          <a:xfrm rot="0">
            <a:off x="1056427" y="5366366"/>
            <a:ext cx="3403911" cy="408041"/>
          </a:xfrm>
          <a:prstGeom prst="rect">
            <a:avLst/>
          </a:prstGeom>
        </p:spPr>
        <p:txBody>
          <a:bodyPr anchor="t" rtlCol="false" tIns="0" lIns="0" bIns="0" rIns="0">
            <a:spAutoFit/>
          </a:bodyPr>
          <a:lstStyle/>
          <a:p>
            <a:pPr algn="ctr">
              <a:lnSpc>
                <a:spcPts val="3242"/>
              </a:lnSpc>
            </a:pPr>
            <a:r>
              <a:rPr lang="en-US" sz="2702">
                <a:solidFill>
                  <a:srgbClr val="C4ECFF"/>
                </a:solidFill>
                <a:latin typeface="Arimo"/>
                <a:ea typeface="Arimo"/>
                <a:cs typeface="Arimo"/>
                <a:sym typeface="Arimo"/>
              </a:rPr>
              <a:t>Límites del MVP</a:t>
            </a:r>
          </a:p>
        </p:txBody>
      </p:sp>
      <p:sp>
        <p:nvSpPr>
          <p:cNvPr name="TextBox 96" id="96"/>
          <p:cNvSpPr txBox="true"/>
          <p:nvPr/>
        </p:nvSpPr>
        <p:spPr>
          <a:xfrm rot="0">
            <a:off x="1056427" y="6245714"/>
            <a:ext cx="3403911" cy="2699576"/>
          </a:xfrm>
          <a:prstGeom prst="rect">
            <a:avLst/>
          </a:prstGeom>
        </p:spPr>
        <p:txBody>
          <a:bodyPr anchor="t" rtlCol="false" tIns="0" lIns="0" bIns="0" rIns="0">
            <a:spAutoFit/>
          </a:bodyPr>
          <a:lstStyle/>
          <a:p>
            <a:pPr algn="l">
              <a:lnSpc>
                <a:spcPts val="3242"/>
              </a:lnSpc>
            </a:pPr>
            <a:r>
              <a:rPr lang="en-US" sz="1801" b="true">
                <a:solidFill>
                  <a:srgbClr val="C4ECFF"/>
                </a:solidFill>
                <a:latin typeface="Roboto Bold"/>
                <a:ea typeface="Roboto Bold"/>
                <a:cs typeface="Roboto Bold"/>
                <a:sym typeface="Roboto Bold"/>
              </a:rPr>
              <a:t>Anonimato estadístico: </a:t>
            </a:r>
            <a:r>
              <a:rPr lang="en-US" sz="1801">
                <a:solidFill>
                  <a:srgbClr val="C4ECFF"/>
                </a:solidFill>
                <a:latin typeface="Roboto"/>
                <a:ea typeface="Roboto"/>
                <a:cs typeface="Roboto"/>
                <a:sym typeface="Roboto"/>
              </a:rPr>
              <a:t>grupos de 1–2 miembros no son anónimos</a:t>
            </a:r>
          </a:p>
          <a:p>
            <a:pPr algn="l">
              <a:lnSpc>
                <a:spcPts val="3242"/>
              </a:lnSpc>
            </a:pPr>
            <a:r>
              <a:rPr lang="en-US" sz="1801" b="true">
                <a:solidFill>
                  <a:srgbClr val="C4ECFF"/>
                </a:solidFill>
                <a:latin typeface="Roboto Bold"/>
                <a:ea typeface="Roboto Bold"/>
                <a:cs typeface="Roboto Bold"/>
                <a:sym typeface="Roboto Bold"/>
              </a:rPr>
              <a:t>Remitente de la tx público</a:t>
            </a:r>
          </a:p>
          <a:p>
            <a:pPr algn="l">
              <a:lnSpc>
                <a:spcPts val="3242"/>
              </a:lnSpc>
            </a:pPr>
            <a:r>
              <a:rPr lang="en-US" sz="1801" b="true">
                <a:solidFill>
                  <a:srgbClr val="C4ECFF"/>
                </a:solidFill>
                <a:latin typeface="Roboto Bold"/>
                <a:ea typeface="Roboto Bold"/>
                <a:cs typeface="Roboto Bold"/>
                <a:sym typeface="Roboto Bold"/>
              </a:rPr>
              <a:t>Griefing en mempool</a:t>
            </a:r>
          </a:p>
          <a:p>
            <a:pPr algn="l">
              <a:lnSpc>
                <a:spcPts val="3242"/>
              </a:lnSpc>
            </a:pPr>
            <a:r>
              <a:rPr lang="en-US" sz="1801" b="true">
                <a:solidFill>
                  <a:srgbClr val="C4ECFF"/>
                </a:solidFill>
                <a:latin typeface="Roboto Bold"/>
                <a:ea typeface="Roboto Bold"/>
                <a:cs typeface="Roboto Bold"/>
                <a:sym typeface="Roboto Bold"/>
              </a:rPr>
              <a:t>Sin incentivos: </a:t>
            </a:r>
            <a:r>
              <a:rPr lang="en-US" sz="1801">
                <a:solidFill>
                  <a:srgbClr val="C4ECFF"/>
                </a:solidFill>
                <a:latin typeface="Roboto"/>
                <a:ea typeface="Roboto"/>
                <a:cs typeface="Roboto"/>
                <a:sym typeface="Roboto"/>
              </a:rPr>
              <a:t>ni stake ni slash</a:t>
            </a:r>
          </a:p>
        </p:txBody>
      </p:sp>
      <p:sp>
        <p:nvSpPr>
          <p:cNvPr name="TextBox 97" id="97"/>
          <p:cNvSpPr txBox="true"/>
          <p:nvPr/>
        </p:nvSpPr>
        <p:spPr>
          <a:xfrm rot="-5400000">
            <a:off x="4488838" y="3714226"/>
            <a:ext cx="1742980" cy="263995"/>
          </a:xfrm>
          <a:prstGeom prst="rect">
            <a:avLst/>
          </a:prstGeom>
        </p:spPr>
        <p:txBody>
          <a:bodyPr anchor="t" rtlCol="false" tIns="0" lIns="0" bIns="0" rIns="0">
            <a:spAutoFit/>
          </a:bodyPr>
          <a:lstStyle/>
          <a:p>
            <a:pPr algn="l">
              <a:lnSpc>
                <a:spcPts val="2161"/>
              </a:lnSpc>
            </a:pPr>
            <a:r>
              <a:rPr lang="en-US" sz="1801">
                <a:solidFill>
                  <a:srgbClr val="D585DF"/>
                </a:solidFill>
                <a:latin typeface="Roboto"/>
                <a:ea typeface="Roboto"/>
                <a:cs typeface="Roboto"/>
                <a:sym typeface="Roboto"/>
              </a:rPr>
              <a:t>ROADMAP</a:t>
            </a:r>
          </a:p>
        </p:txBody>
      </p:sp>
      <p:grpSp>
        <p:nvGrpSpPr>
          <p:cNvPr name="Group 98" id="98"/>
          <p:cNvGrpSpPr/>
          <p:nvPr/>
        </p:nvGrpSpPr>
        <p:grpSpPr>
          <a:xfrm rot="0">
            <a:off x="5095361" y="5114573"/>
            <a:ext cx="3586791" cy="929297"/>
            <a:chOff x="0" y="0"/>
            <a:chExt cx="4782388" cy="1239063"/>
          </a:xfrm>
        </p:grpSpPr>
        <p:sp>
          <p:nvSpPr>
            <p:cNvPr name="Freeform 99" id="99"/>
            <p:cNvSpPr/>
            <p:nvPr/>
          </p:nvSpPr>
          <p:spPr>
            <a:xfrm flipH="false" flipV="false" rot="0">
              <a:off x="0" y="0"/>
              <a:ext cx="4782439" cy="1239012"/>
            </a:xfrm>
            <a:custGeom>
              <a:avLst/>
              <a:gdLst/>
              <a:ahLst/>
              <a:cxnLst/>
              <a:rect r="r" b="b" t="t" l="l"/>
              <a:pathLst>
                <a:path h="1239012" w="4782439">
                  <a:moveTo>
                    <a:pt x="0" y="0"/>
                  </a:moveTo>
                  <a:lnTo>
                    <a:pt x="4575937" y="0"/>
                  </a:lnTo>
                  <a:lnTo>
                    <a:pt x="4782439" y="206502"/>
                  </a:lnTo>
                  <a:lnTo>
                    <a:pt x="4782439" y="1239012"/>
                  </a:lnTo>
                  <a:lnTo>
                    <a:pt x="206502" y="1239012"/>
                  </a:lnTo>
                  <a:lnTo>
                    <a:pt x="0" y="1032510"/>
                  </a:lnTo>
                  <a:close/>
                </a:path>
              </a:pathLst>
            </a:custGeom>
            <a:solidFill>
              <a:srgbClr val="283EBD"/>
            </a:solidFill>
          </p:spPr>
        </p:sp>
      </p:grpSp>
      <p:sp>
        <p:nvSpPr>
          <p:cNvPr name="TextBox 100" id="100"/>
          <p:cNvSpPr txBox="true"/>
          <p:nvPr/>
        </p:nvSpPr>
        <p:spPr>
          <a:xfrm rot="0">
            <a:off x="5186801" y="5366366"/>
            <a:ext cx="3403911" cy="408041"/>
          </a:xfrm>
          <a:prstGeom prst="rect">
            <a:avLst/>
          </a:prstGeom>
        </p:spPr>
        <p:txBody>
          <a:bodyPr anchor="t" rtlCol="false" tIns="0" lIns="0" bIns="0" rIns="0">
            <a:spAutoFit/>
          </a:bodyPr>
          <a:lstStyle/>
          <a:p>
            <a:pPr algn="ctr">
              <a:lnSpc>
                <a:spcPts val="3242"/>
              </a:lnSpc>
            </a:pPr>
            <a:r>
              <a:rPr lang="en-US" sz="2702">
                <a:solidFill>
                  <a:srgbClr val="C4ECFF"/>
                </a:solidFill>
                <a:latin typeface="Arimo"/>
                <a:ea typeface="Arimo"/>
                <a:cs typeface="Arimo"/>
                <a:sym typeface="Arimo"/>
              </a:rPr>
              <a:t>Fase 2</a:t>
            </a:r>
          </a:p>
        </p:txBody>
      </p:sp>
      <p:sp>
        <p:nvSpPr>
          <p:cNvPr name="TextBox 101" id="101"/>
          <p:cNvSpPr txBox="true"/>
          <p:nvPr/>
        </p:nvSpPr>
        <p:spPr>
          <a:xfrm rot="0">
            <a:off x="5186801" y="6245714"/>
            <a:ext cx="3403911" cy="2699576"/>
          </a:xfrm>
          <a:prstGeom prst="rect">
            <a:avLst/>
          </a:prstGeom>
        </p:spPr>
        <p:txBody>
          <a:bodyPr anchor="t" rtlCol="false" tIns="0" lIns="0" bIns="0" rIns="0">
            <a:spAutoFit/>
          </a:bodyPr>
          <a:lstStyle/>
          <a:p>
            <a:pPr algn="l">
              <a:lnSpc>
                <a:spcPts val="3242"/>
              </a:lnSpc>
            </a:pPr>
            <a:r>
              <a:rPr lang="en-US" sz="1801" b="true">
                <a:solidFill>
                  <a:srgbClr val="C4ECFF"/>
                </a:solidFill>
                <a:latin typeface="Roboto Bold"/>
                <a:ea typeface="Roboto Bold"/>
                <a:cs typeface="Roboto Bold"/>
                <a:sym typeface="Roboto Bold"/>
              </a:rPr>
              <a:t>Staking / slashing: </a:t>
            </a:r>
            <a:r>
              <a:rPr lang="en-US" sz="1801">
                <a:solidFill>
                  <a:srgbClr val="C4ECFF"/>
                </a:solidFill>
                <a:latin typeface="Roboto"/>
                <a:ea typeface="Roboto"/>
                <a:cs typeface="Roboto"/>
                <a:sym typeface="Roboto"/>
              </a:rPr>
              <a:t>costo por abandonar un equipo</a:t>
            </a:r>
          </a:p>
          <a:p>
            <a:pPr algn="l">
              <a:lnSpc>
                <a:spcPts val="3242"/>
              </a:lnSpc>
            </a:pPr>
            <a:r>
              <a:rPr lang="en-US" sz="1801" b="true">
                <a:solidFill>
                  <a:srgbClr val="C4ECFF"/>
                </a:solidFill>
                <a:latin typeface="Roboto Bold"/>
                <a:ea typeface="Roboto Bold"/>
                <a:cs typeface="Roboto Bold"/>
                <a:sym typeface="Roboto Bold"/>
              </a:rPr>
              <a:t>Relayer: </a:t>
            </a:r>
            <a:r>
              <a:rPr lang="en-US" sz="1801">
                <a:solidFill>
                  <a:srgbClr val="C4ECFF"/>
                </a:solidFill>
                <a:latin typeface="Roboto"/>
                <a:ea typeface="Roboto"/>
                <a:cs typeface="Roboto"/>
                <a:sym typeface="Roboto"/>
              </a:rPr>
              <a:t>oculta el remitente y frena el griefing</a:t>
            </a:r>
          </a:p>
        </p:txBody>
      </p:sp>
      <p:sp>
        <p:nvSpPr>
          <p:cNvPr name="TextBox 102" id="102"/>
          <p:cNvSpPr txBox="true"/>
          <p:nvPr/>
        </p:nvSpPr>
        <p:spPr>
          <a:xfrm rot="-5400000">
            <a:off x="8604114" y="3714226"/>
            <a:ext cx="1742980" cy="263995"/>
          </a:xfrm>
          <a:prstGeom prst="rect">
            <a:avLst/>
          </a:prstGeom>
        </p:spPr>
        <p:txBody>
          <a:bodyPr anchor="t" rtlCol="false" tIns="0" lIns="0" bIns="0" rIns="0">
            <a:spAutoFit/>
          </a:bodyPr>
          <a:lstStyle/>
          <a:p>
            <a:pPr algn="l">
              <a:lnSpc>
                <a:spcPts val="2161"/>
              </a:lnSpc>
            </a:pPr>
            <a:r>
              <a:rPr lang="en-US" sz="1801">
                <a:solidFill>
                  <a:srgbClr val="D585DF"/>
                </a:solidFill>
                <a:latin typeface="Roboto"/>
                <a:ea typeface="Roboto"/>
                <a:cs typeface="Roboto"/>
                <a:sym typeface="Roboto"/>
              </a:rPr>
              <a:t>ROADMAP</a:t>
            </a:r>
          </a:p>
        </p:txBody>
      </p:sp>
      <p:grpSp>
        <p:nvGrpSpPr>
          <p:cNvPr name="Group 103" id="103"/>
          <p:cNvGrpSpPr/>
          <p:nvPr/>
        </p:nvGrpSpPr>
        <p:grpSpPr>
          <a:xfrm rot="0">
            <a:off x="9243574" y="5114573"/>
            <a:ext cx="3586791" cy="929297"/>
            <a:chOff x="0" y="0"/>
            <a:chExt cx="4782388" cy="1239063"/>
          </a:xfrm>
        </p:grpSpPr>
        <p:sp>
          <p:nvSpPr>
            <p:cNvPr name="Freeform 104" id="104"/>
            <p:cNvSpPr/>
            <p:nvPr/>
          </p:nvSpPr>
          <p:spPr>
            <a:xfrm flipH="false" flipV="false" rot="0">
              <a:off x="0" y="0"/>
              <a:ext cx="4782439" cy="1239012"/>
            </a:xfrm>
            <a:custGeom>
              <a:avLst/>
              <a:gdLst/>
              <a:ahLst/>
              <a:cxnLst/>
              <a:rect r="r" b="b" t="t" l="l"/>
              <a:pathLst>
                <a:path h="1239012" w="4782439">
                  <a:moveTo>
                    <a:pt x="0" y="0"/>
                  </a:moveTo>
                  <a:lnTo>
                    <a:pt x="4575937" y="0"/>
                  </a:lnTo>
                  <a:lnTo>
                    <a:pt x="4782439" y="206502"/>
                  </a:lnTo>
                  <a:lnTo>
                    <a:pt x="4782439" y="1239012"/>
                  </a:lnTo>
                  <a:lnTo>
                    <a:pt x="206502" y="1239012"/>
                  </a:lnTo>
                  <a:lnTo>
                    <a:pt x="0" y="1032510"/>
                  </a:lnTo>
                  <a:close/>
                </a:path>
              </a:pathLst>
            </a:custGeom>
            <a:solidFill>
              <a:srgbClr val="283EBD"/>
            </a:solidFill>
          </p:spPr>
        </p:sp>
      </p:grpSp>
      <p:sp>
        <p:nvSpPr>
          <p:cNvPr name="TextBox 105" id="105"/>
          <p:cNvSpPr txBox="true"/>
          <p:nvPr/>
        </p:nvSpPr>
        <p:spPr>
          <a:xfrm rot="0">
            <a:off x="9335014" y="5366366"/>
            <a:ext cx="3403911" cy="408041"/>
          </a:xfrm>
          <a:prstGeom prst="rect">
            <a:avLst/>
          </a:prstGeom>
        </p:spPr>
        <p:txBody>
          <a:bodyPr anchor="t" rtlCol="false" tIns="0" lIns="0" bIns="0" rIns="0">
            <a:spAutoFit/>
          </a:bodyPr>
          <a:lstStyle/>
          <a:p>
            <a:pPr algn="ctr">
              <a:lnSpc>
                <a:spcPts val="3242"/>
              </a:lnSpc>
            </a:pPr>
            <a:r>
              <a:rPr lang="en-US" sz="2702">
                <a:solidFill>
                  <a:srgbClr val="C4ECFF"/>
                </a:solidFill>
                <a:latin typeface="Arimo"/>
                <a:ea typeface="Arimo"/>
                <a:cs typeface="Arimo"/>
                <a:sym typeface="Arimo"/>
              </a:rPr>
              <a:t>Fase 3</a:t>
            </a:r>
          </a:p>
        </p:txBody>
      </p:sp>
      <p:sp>
        <p:nvSpPr>
          <p:cNvPr name="TextBox 106" id="106"/>
          <p:cNvSpPr txBox="true"/>
          <p:nvPr/>
        </p:nvSpPr>
        <p:spPr>
          <a:xfrm rot="0">
            <a:off x="9335014" y="6245714"/>
            <a:ext cx="3403911" cy="2699576"/>
          </a:xfrm>
          <a:prstGeom prst="rect">
            <a:avLst/>
          </a:prstGeom>
        </p:spPr>
        <p:txBody>
          <a:bodyPr anchor="t" rtlCol="false" tIns="0" lIns="0" bIns="0" rIns="0">
            <a:spAutoFit/>
          </a:bodyPr>
          <a:lstStyle/>
          <a:p>
            <a:pPr algn="l">
              <a:lnSpc>
                <a:spcPts val="3242"/>
              </a:lnSpc>
            </a:pPr>
            <a:r>
              <a:rPr lang="en-US" sz="1801" b="true">
                <a:solidFill>
                  <a:srgbClr val="C4ECFF"/>
                </a:solidFill>
                <a:latin typeface="Roboto Bold"/>
                <a:ea typeface="Roboto Bold"/>
                <a:cs typeface="Roboto Bold"/>
                <a:sym typeface="Roboto Bold"/>
              </a:rPr>
              <a:t>Reclutamiento ciego: </a:t>
            </a:r>
            <a:r>
              <a:rPr lang="en-US" sz="1801">
                <a:solidFill>
                  <a:srgbClr val="C4ECFF"/>
                </a:solidFill>
                <a:latin typeface="Roboto"/>
                <a:ea typeface="Roboto"/>
                <a:cs typeface="Roboto"/>
                <a:sym typeface="Roboto"/>
              </a:rPr>
              <a:t>aceptar por nullifier, revelar en el claim</a:t>
            </a:r>
          </a:p>
          <a:p>
            <a:pPr algn="l">
              <a:lnSpc>
                <a:spcPts val="3242"/>
              </a:lnSpc>
            </a:pPr>
            <a:r>
              <a:rPr lang="en-US" sz="1801" b="true">
                <a:solidFill>
                  <a:srgbClr val="C4ECFF"/>
                </a:solidFill>
                <a:latin typeface="Roboto Bold"/>
                <a:ea typeface="Roboto Bold"/>
                <a:cs typeface="Roboto Bold"/>
                <a:sym typeface="Roboto Bold"/>
              </a:rPr>
              <a:t>Reputación acumulada: </a:t>
            </a:r>
            <a:r>
              <a:rPr lang="en-US" sz="1801">
                <a:solidFill>
                  <a:srgbClr val="C4ECFF"/>
                </a:solidFill>
                <a:latin typeface="Roboto"/>
                <a:ea typeface="Roboto"/>
                <a:cs typeface="Roboto"/>
                <a:sym typeface="Roboto"/>
              </a:rPr>
              <a:t>credenciales sin puntajes públicos</a:t>
            </a:r>
          </a:p>
        </p:txBody>
      </p:sp>
      <p:sp>
        <p:nvSpPr>
          <p:cNvPr name="TextBox 107" id="107"/>
          <p:cNvSpPr txBox="true"/>
          <p:nvPr/>
        </p:nvSpPr>
        <p:spPr>
          <a:xfrm rot="-5400000">
            <a:off x="12764682" y="3714226"/>
            <a:ext cx="1742980" cy="263995"/>
          </a:xfrm>
          <a:prstGeom prst="rect">
            <a:avLst/>
          </a:prstGeom>
        </p:spPr>
        <p:txBody>
          <a:bodyPr anchor="t" rtlCol="false" tIns="0" lIns="0" bIns="0" rIns="0">
            <a:spAutoFit/>
          </a:bodyPr>
          <a:lstStyle/>
          <a:p>
            <a:pPr algn="l">
              <a:lnSpc>
                <a:spcPts val="2161"/>
              </a:lnSpc>
            </a:pPr>
            <a:r>
              <a:rPr lang="en-US" sz="1801">
                <a:solidFill>
                  <a:srgbClr val="D585DF"/>
                </a:solidFill>
                <a:latin typeface="Roboto"/>
                <a:ea typeface="Roboto"/>
                <a:cs typeface="Roboto"/>
                <a:sym typeface="Roboto"/>
              </a:rPr>
              <a:t>ROADMAP</a:t>
            </a:r>
          </a:p>
        </p:txBody>
      </p:sp>
      <p:grpSp>
        <p:nvGrpSpPr>
          <p:cNvPr name="Group 108" id="108"/>
          <p:cNvGrpSpPr/>
          <p:nvPr/>
        </p:nvGrpSpPr>
        <p:grpSpPr>
          <a:xfrm rot="0">
            <a:off x="13376691" y="5114573"/>
            <a:ext cx="3586791" cy="929297"/>
            <a:chOff x="0" y="0"/>
            <a:chExt cx="4782388" cy="1239063"/>
          </a:xfrm>
        </p:grpSpPr>
        <p:sp>
          <p:nvSpPr>
            <p:cNvPr name="Freeform 109" id="109"/>
            <p:cNvSpPr/>
            <p:nvPr/>
          </p:nvSpPr>
          <p:spPr>
            <a:xfrm flipH="false" flipV="false" rot="0">
              <a:off x="0" y="0"/>
              <a:ext cx="4782439" cy="1239012"/>
            </a:xfrm>
            <a:custGeom>
              <a:avLst/>
              <a:gdLst/>
              <a:ahLst/>
              <a:cxnLst/>
              <a:rect r="r" b="b" t="t" l="l"/>
              <a:pathLst>
                <a:path h="1239012" w="4782439">
                  <a:moveTo>
                    <a:pt x="0" y="0"/>
                  </a:moveTo>
                  <a:lnTo>
                    <a:pt x="4575937" y="0"/>
                  </a:lnTo>
                  <a:lnTo>
                    <a:pt x="4782439" y="206502"/>
                  </a:lnTo>
                  <a:lnTo>
                    <a:pt x="4782439" y="1239012"/>
                  </a:lnTo>
                  <a:lnTo>
                    <a:pt x="206502" y="1239012"/>
                  </a:lnTo>
                  <a:lnTo>
                    <a:pt x="0" y="1032510"/>
                  </a:lnTo>
                  <a:close/>
                </a:path>
              </a:pathLst>
            </a:custGeom>
            <a:solidFill>
              <a:srgbClr val="283EBD"/>
            </a:solidFill>
          </p:spPr>
        </p:sp>
      </p:grpSp>
      <p:sp>
        <p:nvSpPr>
          <p:cNvPr name="TextBox 110" id="110"/>
          <p:cNvSpPr txBox="true"/>
          <p:nvPr/>
        </p:nvSpPr>
        <p:spPr>
          <a:xfrm rot="0">
            <a:off x="13468131" y="5366366"/>
            <a:ext cx="3403911" cy="408041"/>
          </a:xfrm>
          <a:prstGeom prst="rect">
            <a:avLst/>
          </a:prstGeom>
        </p:spPr>
        <p:txBody>
          <a:bodyPr anchor="t" rtlCol="false" tIns="0" lIns="0" bIns="0" rIns="0">
            <a:spAutoFit/>
          </a:bodyPr>
          <a:lstStyle/>
          <a:p>
            <a:pPr algn="ctr">
              <a:lnSpc>
                <a:spcPts val="3242"/>
              </a:lnSpc>
            </a:pPr>
            <a:r>
              <a:rPr lang="en-US" sz="2702">
                <a:solidFill>
                  <a:srgbClr val="C4ECFF"/>
                </a:solidFill>
                <a:latin typeface="Arimo"/>
                <a:ea typeface="Arimo"/>
                <a:cs typeface="Arimo"/>
                <a:sym typeface="Arimo"/>
              </a:rPr>
              <a:t>Fase 4</a:t>
            </a:r>
          </a:p>
        </p:txBody>
      </p:sp>
      <p:sp>
        <p:nvSpPr>
          <p:cNvPr name="TextBox 111" id="111"/>
          <p:cNvSpPr txBox="true"/>
          <p:nvPr/>
        </p:nvSpPr>
        <p:spPr>
          <a:xfrm rot="0">
            <a:off x="13468131" y="6245714"/>
            <a:ext cx="3403911" cy="2699576"/>
          </a:xfrm>
          <a:prstGeom prst="rect">
            <a:avLst/>
          </a:prstGeom>
        </p:spPr>
        <p:txBody>
          <a:bodyPr anchor="t" rtlCol="false" tIns="0" lIns="0" bIns="0" rIns="0">
            <a:spAutoFit/>
          </a:bodyPr>
          <a:lstStyle/>
          <a:p>
            <a:pPr algn="l">
              <a:lnSpc>
                <a:spcPts val="3242"/>
              </a:lnSpc>
            </a:pPr>
            <a:r>
              <a:rPr lang="en-US" sz="1801" b="true">
                <a:solidFill>
                  <a:srgbClr val="C4ECFF"/>
                </a:solidFill>
                <a:latin typeface="Roboto Bold"/>
                <a:ea typeface="Roboto Bold"/>
                <a:cs typeface="Roboto Bold"/>
                <a:sym typeface="Roboto Bold"/>
              </a:rPr>
              <a:t>Matching off-chain: </a:t>
            </a:r>
            <a:r>
              <a:rPr lang="en-US" sz="1801">
                <a:solidFill>
                  <a:srgbClr val="C4ECFF"/>
                </a:solidFill>
                <a:latin typeface="Roboto"/>
                <a:ea typeface="Roboto"/>
                <a:cs typeface="Roboto"/>
                <a:sym typeface="Roboto"/>
              </a:rPr>
              <a:t>skills y roles vía eventos (subgraph)</a:t>
            </a:r>
          </a:p>
        </p:txBody>
      </p:sp>
      <p:grpSp>
        <p:nvGrpSpPr>
          <p:cNvPr name="Group 112" id="112"/>
          <p:cNvGrpSpPr/>
          <p:nvPr/>
        </p:nvGrpSpPr>
        <p:grpSpPr>
          <a:xfrm rot="0">
            <a:off x="0" y="9721263"/>
            <a:ext cx="1875158" cy="88278"/>
            <a:chOff x="0" y="0"/>
            <a:chExt cx="2500211" cy="117704"/>
          </a:xfrm>
        </p:grpSpPr>
        <p:sp>
          <p:nvSpPr>
            <p:cNvPr name="Freeform 113" id="113"/>
            <p:cNvSpPr/>
            <p:nvPr/>
          </p:nvSpPr>
          <p:spPr>
            <a:xfrm flipH="false" flipV="false" rot="0">
              <a:off x="0" y="0"/>
              <a:ext cx="2500122" cy="117729"/>
            </a:xfrm>
            <a:custGeom>
              <a:avLst/>
              <a:gdLst/>
              <a:ahLst/>
              <a:cxnLst/>
              <a:rect r="r" b="b" t="t" l="l"/>
              <a:pathLst>
                <a:path h="117729" w="2500122">
                  <a:moveTo>
                    <a:pt x="0" y="0"/>
                  </a:moveTo>
                  <a:lnTo>
                    <a:pt x="2435987" y="0"/>
                  </a:lnTo>
                  <a:lnTo>
                    <a:pt x="2500122" y="39370"/>
                  </a:lnTo>
                  <a:lnTo>
                    <a:pt x="0" y="117729"/>
                  </a:lnTo>
                  <a:close/>
                </a:path>
              </a:pathLst>
            </a:custGeom>
            <a:solidFill>
              <a:srgbClr val="273DBB"/>
            </a:solidFill>
          </p:spPr>
        </p:sp>
      </p:grpSp>
      <p:grpSp>
        <p:nvGrpSpPr>
          <p:cNvPr name="Group 114" id="114"/>
          <p:cNvGrpSpPr/>
          <p:nvPr/>
        </p:nvGrpSpPr>
        <p:grpSpPr>
          <a:xfrm rot="0">
            <a:off x="0" y="9721263"/>
            <a:ext cx="5631466" cy="176546"/>
            <a:chOff x="0" y="0"/>
            <a:chExt cx="7508621" cy="235394"/>
          </a:xfrm>
        </p:grpSpPr>
        <p:sp>
          <p:nvSpPr>
            <p:cNvPr name="Freeform 115" id="115"/>
            <p:cNvSpPr/>
            <p:nvPr/>
          </p:nvSpPr>
          <p:spPr>
            <a:xfrm flipH="false" flipV="false" rot="0">
              <a:off x="0" y="0"/>
              <a:ext cx="7508621" cy="235458"/>
            </a:xfrm>
            <a:custGeom>
              <a:avLst/>
              <a:gdLst/>
              <a:ahLst/>
              <a:cxnLst/>
              <a:rect r="r" b="b" t="t" l="l"/>
              <a:pathLst>
                <a:path h="235458" w="7508621">
                  <a:moveTo>
                    <a:pt x="1126236" y="0"/>
                  </a:moveTo>
                  <a:lnTo>
                    <a:pt x="2435987" y="0"/>
                  </a:lnTo>
                  <a:lnTo>
                    <a:pt x="2682875" y="151257"/>
                  </a:lnTo>
                  <a:lnTo>
                    <a:pt x="6458204" y="32893"/>
                  </a:lnTo>
                  <a:lnTo>
                    <a:pt x="6511925" y="0"/>
                  </a:lnTo>
                  <a:lnTo>
                    <a:pt x="7508621" y="0"/>
                  </a:lnTo>
                  <a:lnTo>
                    <a:pt x="0" y="235458"/>
                  </a:lnTo>
                  <a:lnTo>
                    <a:pt x="0" y="35306"/>
                  </a:lnTo>
                  <a:close/>
                </a:path>
              </a:pathLst>
            </a:custGeom>
            <a:solidFill>
              <a:srgbClr val="253AB6"/>
            </a:solidFill>
          </p:spPr>
        </p:sp>
      </p:grpSp>
      <p:grpSp>
        <p:nvGrpSpPr>
          <p:cNvPr name="Group 116" id="116"/>
          <p:cNvGrpSpPr/>
          <p:nvPr/>
        </p:nvGrpSpPr>
        <p:grpSpPr>
          <a:xfrm rot="0">
            <a:off x="0" y="9721263"/>
            <a:ext cx="8447199" cy="264824"/>
            <a:chOff x="0" y="0"/>
            <a:chExt cx="11262932" cy="353098"/>
          </a:xfrm>
        </p:grpSpPr>
        <p:sp>
          <p:nvSpPr>
            <p:cNvPr name="Freeform 117" id="117"/>
            <p:cNvSpPr/>
            <p:nvPr/>
          </p:nvSpPr>
          <p:spPr>
            <a:xfrm flipH="false" flipV="false" rot="0">
              <a:off x="0" y="0"/>
              <a:ext cx="11262868" cy="353060"/>
            </a:xfrm>
            <a:custGeom>
              <a:avLst/>
              <a:gdLst/>
              <a:ahLst/>
              <a:cxnLst/>
              <a:rect r="r" b="b" t="t" l="l"/>
              <a:pathLst>
                <a:path h="353060" w="11262868">
                  <a:moveTo>
                    <a:pt x="2554986" y="72898"/>
                  </a:moveTo>
                  <a:lnTo>
                    <a:pt x="2842387" y="248920"/>
                  </a:lnTo>
                  <a:lnTo>
                    <a:pt x="3323209" y="248920"/>
                  </a:lnTo>
                  <a:lnTo>
                    <a:pt x="6255766" y="156972"/>
                  </a:lnTo>
                  <a:lnTo>
                    <a:pt x="6511925" y="0"/>
                  </a:lnTo>
                  <a:lnTo>
                    <a:pt x="11262868" y="0"/>
                  </a:lnTo>
                  <a:lnTo>
                    <a:pt x="0" y="353060"/>
                  </a:lnTo>
                  <a:lnTo>
                    <a:pt x="0" y="153035"/>
                  </a:lnTo>
                  <a:close/>
                </a:path>
              </a:pathLst>
            </a:custGeom>
            <a:solidFill>
              <a:srgbClr val="2437B1"/>
            </a:solidFill>
          </p:spPr>
        </p:sp>
      </p:grpSp>
      <p:grpSp>
        <p:nvGrpSpPr>
          <p:cNvPr name="Group 118" id="118"/>
          <p:cNvGrpSpPr/>
          <p:nvPr/>
        </p:nvGrpSpPr>
        <p:grpSpPr>
          <a:xfrm rot="0">
            <a:off x="0" y="9721263"/>
            <a:ext cx="10768489" cy="353092"/>
            <a:chOff x="0" y="0"/>
            <a:chExt cx="14357985" cy="470789"/>
          </a:xfrm>
        </p:grpSpPr>
        <p:sp>
          <p:nvSpPr>
            <p:cNvPr name="Freeform 119" id="119"/>
            <p:cNvSpPr/>
            <p:nvPr/>
          </p:nvSpPr>
          <p:spPr>
            <a:xfrm flipH="false" flipV="false" rot="0">
              <a:off x="0" y="0"/>
              <a:ext cx="14357857" cy="470789"/>
            </a:xfrm>
            <a:custGeom>
              <a:avLst/>
              <a:gdLst/>
              <a:ahLst/>
              <a:cxnLst/>
              <a:rect r="r" b="b" t="t" l="l"/>
              <a:pathLst>
                <a:path h="470789" w="14357857">
                  <a:moveTo>
                    <a:pt x="2737866" y="184912"/>
                  </a:moveTo>
                  <a:lnTo>
                    <a:pt x="2842387" y="248920"/>
                  </a:lnTo>
                  <a:lnTo>
                    <a:pt x="6105652" y="248920"/>
                  </a:lnTo>
                  <a:lnTo>
                    <a:pt x="6397498" y="70104"/>
                  </a:lnTo>
                  <a:lnTo>
                    <a:pt x="8634857" y="0"/>
                  </a:lnTo>
                  <a:lnTo>
                    <a:pt x="14328775" y="0"/>
                  </a:lnTo>
                  <a:lnTo>
                    <a:pt x="14357857" y="20701"/>
                  </a:lnTo>
                  <a:lnTo>
                    <a:pt x="0" y="470789"/>
                  </a:lnTo>
                  <a:lnTo>
                    <a:pt x="0" y="270764"/>
                  </a:lnTo>
                  <a:close/>
                </a:path>
              </a:pathLst>
            </a:custGeom>
            <a:solidFill>
              <a:srgbClr val="2234AC"/>
            </a:solidFill>
          </p:spPr>
        </p:sp>
      </p:grpSp>
      <p:grpSp>
        <p:nvGrpSpPr>
          <p:cNvPr name="Group 120" id="120"/>
          <p:cNvGrpSpPr/>
          <p:nvPr/>
        </p:nvGrpSpPr>
        <p:grpSpPr>
          <a:xfrm rot="0">
            <a:off x="0" y="9721263"/>
            <a:ext cx="14078655" cy="441369"/>
            <a:chOff x="0" y="0"/>
            <a:chExt cx="18771540" cy="588493"/>
          </a:xfrm>
        </p:grpSpPr>
        <p:sp>
          <p:nvSpPr>
            <p:cNvPr name="Freeform 121" id="121"/>
            <p:cNvSpPr/>
            <p:nvPr/>
          </p:nvSpPr>
          <p:spPr>
            <a:xfrm flipH="false" flipV="false" rot="0">
              <a:off x="0" y="0"/>
              <a:ext cx="18771615" cy="588518"/>
            </a:xfrm>
            <a:custGeom>
              <a:avLst/>
              <a:gdLst/>
              <a:ahLst/>
              <a:cxnLst/>
              <a:rect r="r" b="b" t="t" l="l"/>
              <a:pathLst>
                <a:path h="588518" w="18771615">
                  <a:moveTo>
                    <a:pt x="4449445" y="248920"/>
                  </a:moveTo>
                  <a:lnTo>
                    <a:pt x="6105652" y="248920"/>
                  </a:lnTo>
                  <a:lnTo>
                    <a:pt x="6194933" y="194183"/>
                  </a:lnTo>
                  <a:lnTo>
                    <a:pt x="12389231" y="0"/>
                  </a:lnTo>
                  <a:lnTo>
                    <a:pt x="14328902" y="0"/>
                  </a:lnTo>
                  <a:lnTo>
                    <a:pt x="14516863" y="133350"/>
                  </a:lnTo>
                  <a:lnTo>
                    <a:pt x="16534385" y="70104"/>
                  </a:lnTo>
                  <a:lnTo>
                    <a:pt x="16633189" y="0"/>
                  </a:lnTo>
                  <a:lnTo>
                    <a:pt x="18771615" y="0"/>
                  </a:lnTo>
                  <a:lnTo>
                    <a:pt x="0" y="588518"/>
                  </a:lnTo>
                  <a:lnTo>
                    <a:pt x="0" y="388366"/>
                  </a:lnTo>
                  <a:close/>
                </a:path>
              </a:pathLst>
            </a:custGeom>
            <a:solidFill>
              <a:srgbClr val="2032A7"/>
            </a:solidFill>
          </p:spPr>
        </p:sp>
      </p:grpSp>
      <p:grpSp>
        <p:nvGrpSpPr>
          <p:cNvPr name="Group 122" id="122"/>
          <p:cNvGrpSpPr/>
          <p:nvPr/>
        </p:nvGrpSpPr>
        <p:grpSpPr>
          <a:xfrm rot="0">
            <a:off x="0" y="9721263"/>
            <a:ext cx="16894388" cy="529638"/>
            <a:chOff x="0" y="0"/>
            <a:chExt cx="22525850" cy="706184"/>
          </a:xfrm>
        </p:grpSpPr>
        <p:sp>
          <p:nvSpPr>
            <p:cNvPr name="Freeform 123" id="123"/>
            <p:cNvSpPr/>
            <p:nvPr/>
          </p:nvSpPr>
          <p:spPr>
            <a:xfrm flipH="false" flipV="false" rot="0">
              <a:off x="0" y="0"/>
              <a:ext cx="22525862" cy="706247"/>
            </a:xfrm>
            <a:custGeom>
              <a:avLst/>
              <a:gdLst/>
              <a:ahLst/>
              <a:cxnLst/>
              <a:rect r="r" b="b" t="t" l="l"/>
              <a:pathLst>
                <a:path h="706247" w="22525862">
                  <a:moveTo>
                    <a:pt x="14405611" y="54483"/>
                  </a:moveTo>
                  <a:lnTo>
                    <a:pt x="14675613" y="246126"/>
                  </a:lnTo>
                  <a:lnTo>
                    <a:pt x="16360775" y="193294"/>
                  </a:lnTo>
                  <a:lnTo>
                    <a:pt x="16633189" y="0"/>
                  </a:lnTo>
                  <a:lnTo>
                    <a:pt x="22525862" y="0"/>
                  </a:lnTo>
                  <a:lnTo>
                    <a:pt x="0" y="706247"/>
                  </a:lnTo>
                  <a:lnTo>
                    <a:pt x="0" y="506095"/>
                  </a:lnTo>
                  <a:close/>
                </a:path>
              </a:pathLst>
            </a:custGeom>
            <a:solidFill>
              <a:srgbClr val="1E2FA2"/>
            </a:solidFill>
          </p:spPr>
        </p:sp>
      </p:grpSp>
      <p:grpSp>
        <p:nvGrpSpPr>
          <p:cNvPr name="Group 124" id="124"/>
          <p:cNvGrpSpPr/>
          <p:nvPr/>
        </p:nvGrpSpPr>
        <p:grpSpPr>
          <a:xfrm rot="0">
            <a:off x="0" y="9721263"/>
            <a:ext cx="17927660" cy="573776"/>
            <a:chOff x="0" y="0"/>
            <a:chExt cx="23903546" cy="765035"/>
          </a:xfrm>
        </p:grpSpPr>
        <p:sp>
          <p:nvSpPr>
            <p:cNvPr name="Freeform 125" id="125"/>
            <p:cNvSpPr/>
            <p:nvPr/>
          </p:nvSpPr>
          <p:spPr>
            <a:xfrm flipH="false" flipV="false" rot="0">
              <a:off x="0" y="0"/>
              <a:ext cx="23903558" cy="765048"/>
            </a:xfrm>
            <a:custGeom>
              <a:avLst/>
              <a:gdLst/>
              <a:ahLst/>
              <a:cxnLst/>
              <a:rect r="r" b="b" t="t" l="l"/>
              <a:pathLst>
                <a:path h="765048" w="23903558">
                  <a:moveTo>
                    <a:pt x="14564488" y="167259"/>
                  </a:moveTo>
                  <a:lnTo>
                    <a:pt x="14782800" y="322072"/>
                  </a:lnTo>
                  <a:lnTo>
                    <a:pt x="16005302" y="322072"/>
                  </a:lnTo>
                  <a:lnTo>
                    <a:pt x="16187420" y="316357"/>
                  </a:lnTo>
                  <a:lnTo>
                    <a:pt x="16482440" y="107061"/>
                  </a:lnTo>
                  <a:lnTo>
                    <a:pt x="19897852" y="0"/>
                  </a:lnTo>
                  <a:lnTo>
                    <a:pt x="23782020" y="0"/>
                  </a:lnTo>
                  <a:lnTo>
                    <a:pt x="23903558" y="74549"/>
                  </a:lnTo>
                  <a:lnTo>
                    <a:pt x="1877187" y="765048"/>
                  </a:lnTo>
                  <a:lnTo>
                    <a:pt x="0" y="765048"/>
                  </a:lnTo>
                  <a:lnTo>
                    <a:pt x="0" y="623824"/>
                  </a:lnTo>
                  <a:close/>
                </a:path>
              </a:pathLst>
            </a:custGeom>
            <a:solidFill>
              <a:srgbClr val="1D2C9E"/>
            </a:solidFill>
          </p:spPr>
        </p:sp>
      </p:grpSp>
      <p:grpSp>
        <p:nvGrpSpPr>
          <p:cNvPr name="Group 126" id="126"/>
          <p:cNvGrpSpPr/>
          <p:nvPr/>
        </p:nvGrpSpPr>
        <p:grpSpPr>
          <a:xfrm rot="0">
            <a:off x="0" y="9721263"/>
            <a:ext cx="18064648" cy="573776"/>
            <a:chOff x="0" y="0"/>
            <a:chExt cx="24086198" cy="765035"/>
          </a:xfrm>
        </p:grpSpPr>
        <p:sp>
          <p:nvSpPr>
            <p:cNvPr name="Freeform 127" id="127"/>
            <p:cNvSpPr/>
            <p:nvPr/>
          </p:nvSpPr>
          <p:spPr>
            <a:xfrm flipH="false" flipV="false" rot="0">
              <a:off x="0" y="0"/>
              <a:ext cx="24086186" cy="765048"/>
            </a:xfrm>
            <a:custGeom>
              <a:avLst/>
              <a:gdLst/>
              <a:ahLst/>
              <a:cxnLst/>
              <a:rect r="r" b="b" t="t" l="l"/>
              <a:pathLst>
                <a:path h="765048" w="24086186">
                  <a:moveTo>
                    <a:pt x="14723363" y="279908"/>
                  </a:moveTo>
                  <a:lnTo>
                    <a:pt x="14782800" y="322072"/>
                  </a:lnTo>
                  <a:lnTo>
                    <a:pt x="16179292" y="322072"/>
                  </a:lnTo>
                  <a:lnTo>
                    <a:pt x="16308831" y="230124"/>
                  </a:lnTo>
                  <a:lnTo>
                    <a:pt x="23652099" y="0"/>
                  </a:lnTo>
                  <a:lnTo>
                    <a:pt x="23782020" y="0"/>
                  </a:lnTo>
                  <a:lnTo>
                    <a:pt x="24086186" y="186436"/>
                  </a:lnTo>
                  <a:lnTo>
                    <a:pt x="5631434" y="765048"/>
                  </a:lnTo>
                  <a:lnTo>
                    <a:pt x="0" y="765048"/>
                  </a:lnTo>
                  <a:lnTo>
                    <a:pt x="0" y="741553"/>
                  </a:lnTo>
                  <a:close/>
                </a:path>
              </a:pathLst>
            </a:custGeom>
            <a:solidFill>
              <a:srgbClr val="1B2999"/>
            </a:solidFill>
          </p:spPr>
        </p:sp>
      </p:grpSp>
      <p:grpSp>
        <p:nvGrpSpPr>
          <p:cNvPr name="Group 128" id="128"/>
          <p:cNvGrpSpPr/>
          <p:nvPr/>
        </p:nvGrpSpPr>
        <p:grpSpPr>
          <a:xfrm rot="0">
            <a:off x="2252586" y="9802339"/>
            <a:ext cx="15949060" cy="492700"/>
            <a:chOff x="0" y="0"/>
            <a:chExt cx="21265413" cy="656933"/>
          </a:xfrm>
        </p:grpSpPr>
        <p:sp>
          <p:nvSpPr>
            <p:cNvPr name="Freeform 129" id="129"/>
            <p:cNvSpPr/>
            <p:nvPr/>
          </p:nvSpPr>
          <p:spPr>
            <a:xfrm flipH="false" flipV="false" rot="0">
              <a:off x="0" y="0"/>
              <a:ext cx="21265387" cy="656971"/>
            </a:xfrm>
            <a:custGeom>
              <a:avLst/>
              <a:gdLst/>
              <a:ahLst/>
              <a:cxnLst/>
              <a:rect r="r" b="b" t="t" l="l"/>
              <a:pathLst>
                <a:path h="656971" w="21265387">
                  <a:moveTo>
                    <a:pt x="20954873" y="0"/>
                  </a:moveTo>
                  <a:lnTo>
                    <a:pt x="21265387" y="190373"/>
                  </a:lnTo>
                  <a:lnTo>
                    <a:pt x="6382385" y="656971"/>
                  </a:lnTo>
                  <a:lnTo>
                    <a:pt x="0" y="656971"/>
                  </a:lnTo>
                  <a:close/>
                </a:path>
              </a:pathLst>
            </a:custGeom>
            <a:solidFill>
              <a:srgbClr val="192694"/>
            </a:solidFill>
          </p:spPr>
        </p:sp>
      </p:grpSp>
      <p:grpSp>
        <p:nvGrpSpPr>
          <p:cNvPr name="Group 130" id="130"/>
          <p:cNvGrpSpPr/>
          <p:nvPr/>
        </p:nvGrpSpPr>
        <p:grpSpPr>
          <a:xfrm rot="0">
            <a:off x="5068319" y="9886321"/>
            <a:ext cx="13233940" cy="408727"/>
            <a:chOff x="0" y="0"/>
            <a:chExt cx="17645253" cy="544970"/>
          </a:xfrm>
        </p:grpSpPr>
        <p:sp>
          <p:nvSpPr>
            <p:cNvPr name="Freeform 131" id="131"/>
            <p:cNvSpPr/>
            <p:nvPr/>
          </p:nvSpPr>
          <p:spPr>
            <a:xfrm flipH="false" flipV="false" rot="0">
              <a:off x="0" y="0"/>
              <a:ext cx="17645253" cy="544957"/>
            </a:xfrm>
            <a:custGeom>
              <a:avLst/>
              <a:gdLst/>
              <a:ahLst/>
              <a:cxnLst/>
              <a:rect r="r" b="b" t="t" l="l"/>
              <a:pathLst>
                <a:path h="544957" w="17645253">
                  <a:moveTo>
                    <a:pt x="17383252" y="0"/>
                  </a:moveTo>
                  <a:lnTo>
                    <a:pt x="17645253" y="160655"/>
                  </a:lnTo>
                  <a:lnTo>
                    <a:pt x="17645253" y="191897"/>
                  </a:lnTo>
                  <a:lnTo>
                    <a:pt x="6382385" y="544957"/>
                  </a:lnTo>
                  <a:lnTo>
                    <a:pt x="0" y="544957"/>
                  </a:lnTo>
                  <a:close/>
                </a:path>
              </a:pathLst>
            </a:custGeom>
            <a:solidFill>
              <a:srgbClr val="17248F"/>
            </a:solidFill>
          </p:spPr>
        </p:sp>
      </p:grpSp>
      <p:grpSp>
        <p:nvGrpSpPr>
          <p:cNvPr name="Group 132" id="132"/>
          <p:cNvGrpSpPr/>
          <p:nvPr/>
        </p:nvGrpSpPr>
        <p:grpSpPr>
          <a:xfrm rot="0">
            <a:off x="7884043" y="9970294"/>
            <a:ext cx="10418207" cy="324745"/>
            <a:chOff x="0" y="0"/>
            <a:chExt cx="13890943" cy="432994"/>
          </a:xfrm>
        </p:grpSpPr>
        <p:sp>
          <p:nvSpPr>
            <p:cNvPr name="Freeform 133" id="133"/>
            <p:cNvSpPr/>
            <p:nvPr/>
          </p:nvSpPr>
          <p:spPr>
            <a:xfrm flipH="false" flipV="false" rot="0">
              <a:off x="0" y="0"/>
              <a:ext cx="13891006" cy="432943"/>
            </a:xfrm>
            <a:custGeom>
              <a:avLst/>
              <a:gdLst/>
              <a:ahLst/>
              <a:cxnLst/>
              <a:rect r="r" b="b" t="t" l="l"/>
              <a:pathLst>
                <a:path h="432943" w="13891006">
                  <a:moveTo>
                    <a:pt x="13811631" y="0"/>
                  </a:moveTo>
                  <a:lnTo>
                    <a:pt x="13891006" y="48641"/>
                  </a:lnTo>
                  <a:lnTo>
                    <a:pt x="13891006" y="197612"/>
                  </a:lnTo>
                  <a:lnTo>
                    <a:pt x="6382385" y="432943"/>
                  </a:lnTo>
                  <a:lnTo>
                    <a:pt x="0" y="432943"/>
                  </a:lnTo>
                  <a:close/>
                </a:path>
              </a:pathLst>
            </a:custGeom>
            <a:solidFill>
              <a:srgbClr val="15218A"/>
            </a:solidFill>
          </p:spPr>
        </p:sp>
      </p:grpSp>
      <p:grpSp>
        <p:nvGrpSpPr>
          <p:cNvPr name="Group 134" id="134"/>
          <p:cNvGrpSpPr/>
          <p:nvPr/>
        </p:nvGrpSpPr>
        <p:grpSpPr>
          <a:xfrm rot="0">
            <a:off x="10699775" y="10056705"/>
            <a:ext cx="7602474" cy="238335"/>
            <a:chOff x="0" y="0"/>
            <a:chExt cx="10136632" cy="317779"/>
          </a:xfrm>
        </p:grpSpPr>
        <p:sp>
          <p:nvSpPr>
            <p:cNvPr name="Freeform 135" id="135"/>
            <p:cNvSpPr/>
            <p:nvPr/>
          </p:nvSpPr>
          <p:spPr>
            <a:xfrm flipH="false" flipV="false" rot="0">
              <a:off x="0" y="0"/>
              <a:ext cx="10136632" cy="317754"/>
            </a:xfrm>
            <a:custGeom>
              <a:avLst/>
              <a:gdLst/>
              <a:ahLst/>
              <a:cxnLst/>
              <a:rect r="r" b="b" t="t" l="l"/>
              <a:pathLst>
                <a:path h="317754" w="10136632">
                  <a:moveTo>
                    <a:pt x="10136632" y="0"/>
                  </a:moveTo>
                  <a:lnTo>
                    <a:pt x="10136632" y="200025"/>
                  </a:lnTo>
                  <a:lnTo>
                    <a:pt x="6382385" y="317754"/>
                  </a:lnTo>
                  <a:lnTo>
                    <a:pt x="0" y="317754"/>
                  </a:lnTo>
                  <a:close/>
                </a:path>
              </a:pathLst>
            </a:custGeom>
            <a:solidFill>
              <a:srgbClr val="141E85"/>
            </a:solidFill>
          </p:spPr>
        </p:sp>
      </p:grpSp>
      <p:grpSp>
        <p:nvGrpSpPr>
          <p:cNvPr name="Group 136" id="136"/>
          <p:cNvGrpSpPr/>
          <p:nvPr/>
        </p:nvGrpSpPr>
        <p:grpSpPr>
          <a:xfrm rot="0">
            <a:off x="13515508" y="10144982"/>
            <a:ext cx="4786741" cy="150066"/>
            <a:chOff x="0" y="0"/>
            <a:chExt cx="6382322" cy="200088"/>
          </a:xfrm>
        </p:grpSpPr>
        <p:sp>
          <p:nvSpPr>
            <p:cNvPr name="Freeform 137" id="137"/>
            <p:cNvSpPr/>
            <p:nvPr/>
          </p:nvSpPr>
          <p:spPr>
            <a:xfrm flipH="false" flipV="false" rot="0">
              <a:off x="0" y="0"/>
              <a:ext cx="6382385" cy="200025"/>
            </a:xfrm>
            <a:custGeom>
              <a:avLst/>
              <a:gdLst/>
              <a:ahLst/>
              <a:cxnLst/>
              <a:rect r="r" b="b" t="t" l="l"/>
              <a:pathLst>
                <a:path h="200025" w="6382385">
                  <a:moveTo>
                    <a:pt x="6382385" y="0"/>
                  </a:moveTo>
                  <a:lnTo>
                    <a:pt x="6382385" y="200025"/>
                  </a:lnTo>
                  <a:lnTo>
                    <a:pt x="0" y="200025"/>
                  </a:lnTo>
                  <a:close/>
                </a:path>
              </a:pathLst>
            </a:custGeom>
            <a:solidFill>
              <a:srgbClr val="121B80"/>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DAHY89FHlYs</dc:identifier>
  <dcterms:modified xsi:type="dcterms:W3CDTF">2011-08-01T06:04:30Z</dcterms:modified>
  <cp:revision>1</cp:revision>
  <dc:title>TeamUp_ZK_Presentacion.pptx</dc:title>
</cp:coreProperties>
</file>